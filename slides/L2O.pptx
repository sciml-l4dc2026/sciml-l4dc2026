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2" r:id="rId4"/>
  </p:sldMasterIdLst>
  <p:notesMasterIdLst>
    <p:notesMasterId r:id="rId18"/>
  </p:notesMasterIdLst>
  <p:handoutMasterIdLst>
    <p:handoutMasterId r:id="rId19"/>
  </p:handoutMasterIdLst>
  <p:sldIdLst>
    <p:sldId id="1659" r:id="rId5"/>
    <p:sldId id="1660" r:id="rId6"/>
    <p:sldId id="1661" r:id="rId7"/>
    <p:sldId id="1662" r:id="rId8"/>
    <p:sldId id="1672" r:id="rId9"/>
    <p:sldId id="1671" r:id="rId10"/>
    <p:sldId id="1666" r:id="rId11"/>
    <p:sldId id="1581" r:id="rId12"/>
    <p:sldId id="1665" r:id="rId13"/>
    <p:sldId id="1673" r:id="rId14"/>
    <p:sldId id="1670" r:id="rId15"/>
    <p:sldId id="1674" r:id="rId16"/>
    <p:sldId id="1587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5472" userDrawn="1">
          <p15:clr>
            <a:srgbClr val="A4A3A4"/>
          </p15:clr>
        </p15:guide>
        <p15:guide id="4" pos="288" userDrawn="1">
          <p15:clr>
            <a:srgbClr val="A4A3A4"/>
          </p15:clr>
        </p15:guide>
        <p15:guide id="5" orient="horz" pos="270" userDrawn="1">
          <p15:clr>
            <a:srgbClr val="A4A3A4"/>
          </p15:clr>
        </p15:guide>
        <p15:guide id="6" orient="horz" pos="29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BBD2E8"/>
    <a:srgbClr val="418FDE"/>
    <a:srgbClr val="F1C400"/>
    <a:srgbClr val="A15A95"/>
    <a:srgbClr val="CF4520"/>
    <a:srgbClr val="092C74"/>
    <a:srgbClr val="E0E0E0"/>
    <a:srgbClr val="68ACE5"/>
    <a:srgbClr val="007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1ADC10-7FC4-4E2B-8016-0E40486D5ACE}" v="51" dt="2026-06-12T20:25:46.350"/>
    <p1510:client id="{639CEFE1-EC7A-446D-9E78-1AEADC4C61F0}" v="2" dt="2026-06-14T12:39:59.589"/>
    <p1510:client id="{691735D0-ED1A-414C-9C4A-C9A78CFB774E}" v="2" dt="2026-06-14T18:28:20.1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47" autoAdjust="0"/>
    <p:restoredTop sz="96094" autoAdjust="0"/>
  </p:normalViewPr>
  <p:slideViewPr>
    <p:cSldViewPr snapToGrid="0" showGuides="1">
      <p:cViewPr>
        <p:scale>
          <a:sx n="194" d="100"/>
          <a:sy n="194" d="100"/>
        </p:scale>
        <p:origin x="504" y="504"/>
      </p:cViewPr>
      <p:guideLst>
        <p:guide orient="horz" pos="1620"/>
        <p:guide pos="2880"/>
        <p:guide pos="5472"/>
        <p:guide pos="288"/>
        <p:guide orient="horz" pos="270"/>
        <p:guide orient="horz" pos="2988"/>
      </p:guideLst>
    </p:cSldViewPr>
  </p:slideViewPr>
  <p:outlineViewPr>
    <p:cViewPr>
      <p:scale>
        <a:sx n="33" d="100"/>
        <a:sy n="33" d="100"/>
      </p:scale>
      <p:origin x="0" y="-3289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Drgona" userId="sNIp1ysM4YJF8rq7AjHFQUvjJxoOV3ALD8EG3g/9Af8=" providerId="None" clId="Web-{DB9AA438-0223-4E46-85CD-8243199D156B}"/>
    <pc:docChg chg="addSld delSld modSld sldOrd">
      <pc:chgData name="Jan Drgona" userId="sNIp1ysM4YJF8rq7AjHFQUvjJxoOV3ALD8EG3g/9Af8=" providerId="None" clId="Web-{DB9AA438-0223-4E46-85CD-8243199D156B}" dt="2026-06-12T17:43:35.162" v="200"/>
      <pc:docMkLst>
        <pc:docMk/>
      </pc:docMkLst>
      <pc:sldChg chg="mod modShow">
        <pc:chgData name="Jan Drgona" userId="sNIp1ysM4YJF8rq7AjHFQUvjJxoOV3ALD8EG3g/9Af8=" providerId="None" clId="Web-{DB9AA438-0223-4E46-85CD-8243199D156B}" dt="2026-06-12T17:43:35.162" v="200"/>
        <pc:sldMkLst>
          <pc:docMk/>
          <pc:sldMk cId="842848323" sldId="1730"/>
        </pc:sldMkLst>
      </pc:sldChg>
      <pc:sldChg chg="ord">
        <pc:chgData name="Jan Drgona" userId="sNIp1ysM4YJF8rq7AjHFQUvjJxoOV3ALD8EG3g/9Af8=" providerId="None" clId="Web-{DB9AA438-0223-4E46-85CD-8243199D156B}" dt="2026-06-12T16:46:08.493" v="52"/>
        <pc:sldMkLst>
          <pc:docMk/>
          <pc:sldMk cId="476048563" sldId="1732"/>
        </pc:sldMkLst>
      </pc:sldChg>
      <pc:sldChg chg="addSp delSp modSp add replId">
        <pc:chgData name="Jan Drgona" userId="sNIp1ysM4YJF8rq7AjHFQUvjJxoOV3ALD8EG3g/9Af8=" providerId="None" clId="Web-{DB9AA438-0223-4E46-85CD-8243199D156B}" dt="2026-06-12T17:18:51.472" v="183" actId="1076"/>
        <pc:sldMkLst>
          <pc:docMk/>
          <pc:sldMk cId="690392975" sldId="1736"/>
        </pc:sldMkLst>
        <pc:spChg chg="mod">
          <ac:chgData name="Jan Drgona" userId="sNIp1ysM4YJF8rq7AjHFQUvjJxoOV3ALD8EG3g/9Af8=" providerId="None" clId="Web-{DB9AA438-0223-4E46-85CD-8243199D156B}" dt="2026-06-12T17:13:11.425" v="166" actId="20577"/>
          <ac:spMkLst>
            <pc:docMk/>
            <pc:sldMk cId="690392975" sldId="1736"/>
            <ac:spMk id="3" creationId="{95B7F4E0-E563-70E5-1170-94CFD4AF1E93}"/>
          </ac:spMkLst>
        </pc:spChg>
        <pc:picChg chg="add mod ord">
          <ac:chgData name="Jan Drgona" userId="sNIp1ysM4YJF8rq7AjHFQUvjJxoOV3ALD8EG3g/9Af8=" providerId="None" clId="Web-{DB9AA438-0223-4E46-85CD-8243199D156B}" dt="2026-06-12T17:18:51.472" v="183" actId="1076"/>
          <ac:picMkLst>
            <pc:docMk/>
            <pc:sldMk cId="690392975" sldId="1736"/>
            <ac:picMk id="34" creationId="{AC891504-9010-7A8F-7E55-005832F7AF29}"/>
          </ac:picMkLst>
        </pc:picChg>
        <pc:inkChg chg="add">
          <ac:chgData name="Jan Drgona" userId="sNIp1ysM4YJF8rq7AjHFQUvjJxoOV3ALD8EG3g/9Af8=" providerId="None" clId="Web-{DB9AA438-0223-4E46-85CD-8243199D156B}" dt="2026-06-12T16:51:09.663" v="95"/>
          <ac:inkMkLst>
            <pc:docMk/>
            <pc:sldMk cId="690392975" sldId="1736"/>
            <ac:inkMk id="16" creationId="{1CCCE17F-B782-B822-AECA-F4AA99BAC6C5}"/>
          </ac:inkMkLst>
        </pc:inkChg>
        <pc:inkChg chg="add">
          <ac:chgData name="Jan Drgona" userId="sNIp1ysM4YJF8rq7AjHFQUvjJxoOV3ALD8EG3g/9Af8=" providerId="None" clId="Web-{DB9AA438-0223-4E46-85CD-8243199D156B}" dt="2026-06-12T16:51:13.054" v="96"/>
          <ac:inkMkLst>
            <pc:docMk/>
            <pc:sldMk cId="690392975" sldId="1736"/>
            <ac:inkMk id="17" creationId="{79944F0F-769B-0C1F-7691-18DF3DE6D5E9}"/>
          </ac:inkMkLst>
        </pc:inkChg>
        <pc:inkChg chg="add">
          <ac:chgData name="Jan Drgona" userId="sNIp1ysM4YJF8rq7AjHFQUvjJxoOV3ALD8EG3g/9Af8=" providerId="None" clId="Web-{DB9AA438-0223-4E46-85CD-8243199D156B}" dt="2026-06-12T16:51:25.257" v="97"/>
          <ac:inkMkLst>
            <pc:docMk/>
            <pc:sldMk cId="690392975" sldId="1736"/>
            <ac:inkMk id="18" creationId="{01359987-5035-9FAA-518C-EEFA1D7FB704}"/>
          </ac:inkMkLst>
        </pc:inkChg>
        <pc:inkChg chg="add">
          <ac:chgData name="Jan Drgona" userId="sNIp1ysM4YJF8rq7AjHFQUvjJxoOV3ALD8EG3g/9Af8=" providerId="None" clId="Web-{DB9AA438-0223-4E46-85CD-8243199D156B}" dt="2026-06-12T16:51:44.477" v="104"/>
          <ac:inkMkLst>
            <pc:docMk/>
            <pc:sldMk cId="690392975" sldId="1736"/>
            <ac:inkMk id="22" creationId="{468C8D38-554A-275E-C62A-A6597299D7C6}"/>
          </ac:inkMkLst>
        </pc:inkChg>
        <pc:inkChg chg="add">
          <ac:chgData name="Jan Drgona" userId="sNIp1ysM4YJF8rq7AjHFQUvjJxoOV3ALD8EG3g/9Af8=" providerId="None" clId="Web-{DB9AA438-0223-4E46-85CD-8243199D156B}" dt="2026-06-12T16:51:48.196" v="105"/>
          <ac:inkMkLst>
            <pc:docMk/>
            <pc:sldMk cId="690392975" sldId="1736"/>
            <ac:inkMk id="23" creationId="{C1F27766-1077-445C-DCFC-71DF31CA7D65}"/>
          </ac:inkMkLst>
        </pc:inkChg>
        <pc:inkChg chg="add">
          <ac:chgData name="Jan Drgona" userId="sNIp1ysM4YJF8rq7AjHFQUvjJxoOV3ALD8EG3g/9Af8=" providerId="None" clId="Web-{DB9AA438-0223-4E46-85CD-8243199D156B}" dt="2026-06-12T16:51:51.040" v="106"/>
          <ac:inkMkLst>
            <pc:docMk/>
            <pc:sldMk cId="690392975" sldId="1736"/>
            <ac:inkMk id="24" creationId="{A611D9A3-696E-A1B5-C232-87B31231D2F1}"/>
          </ac:inkMkLst>
        </pc:inkChg>
        <pc:inkChg chg="add">
          <ac:chgData name="Jan Drgona" userId="sNIp1ysM4YJF8rq7AjHFQUvjJxoOV3ALD8EG3g/9Af8=" providerId="None" clId="Web-{DB9AA438-0223-4E46-85CD-8243199D156B}" dt="2026-06-12T16:51:56.337" v="107"/>
          <ac:inkMkLst>
            <pc:docMk/>
            <pc:sldMk cId="690392975" sldId="1736"/>
            <ac:inkMk id="25" creationId="{6C1F9EC9-A69D-C7A8-B336-2D2038684503}"/>
          </ac:inkMkLst>
        </pc:inkChg>
        <pc:inkChg chg="add">
          <ac:chgData name="Jan Drgona" userId="sNIp1ysM4YJF8rq7AjHFQUvjJxoOV3ALD8EG3g/9Af8=" providerId="None" clId="Web-{DB9AA438-0223-4E46-85CD-8243199D156B}" dt="2026-06-12T16:52:06.306" v="108"/>
          <ac:inkMkLst>
            <pc:docMk/>
            <pc:sldMk cId="690392975" sldId="1736"/>
            <ac:inkMk id="26" creationId="{56EBC287-7BA8-780B-B56F-5534CED557B1}"/>
          </ac:inkMkLst>
        </pc:inkChg>
        <pc:inkChg chg="add">
          <ac:chgData name="Jan Drgona" userId="sNIp1ysM4YJF8rq7AjHFQUvjJxoOV3ALD8EG3g/9Af8=" providerId="None" clId="Web-{DB9AA438-0223-4E46-85CD-8243199D156B}" dt="2026-06-12T16:52:23.885" v="109"/>
          <ac:inkMkLst>
            <pc:docMk/>
            <pc:sldMk cId="690392975" sldId="1736"/>
            <ac:inkMk id="27" creationId="{E935F62D-23CA-0CA7-E947-FBEAB099126E}"/>
          </ac:inkMkLst>
        </pc:inkChg>
        <pc:inkChg chg="add">
          <ac:chgData name="Jan Drgona" userId="sNIp1ysM4YJF8rq7AjHFQUvjJxoOV3ALD8EG3g/9Af8=" providerId="None" clId="Web-{DB9AA438-0223-4E46-85CD-8243199D156B}" dt="2026-06-12T16:52:25.479" v="110"/>
          <ac:inkMkLst>
            <pc:docMk/>
            <pc:sldMk cId="690392975" sldId="1736"/>
            <ac:inkMk id="28" creationId="{065ABDD7-02D3-75EA-FC49-0AE50B0BD61B}"/>
          </ac:inkMkLst>
        </pc:inkChg>
        <pc:inkChg chg="add">
          <ac:chgData name="Jan Drgona" userId="sNIp1ysM4YJF8rq7AjHFQUvjJxoOV3ALD8EG3g/9Af8=" providerId="None" clId="Web-{DB9AA438-0223-4E46-85CD-8243199D156B}" dt="2026-06-12T16:52:26.588" v="111"/>
          <ac:inkMkLst>
            <pc:docMk/>
            <pc:sldMk cId="690392975" sldId="1736"/>
            <ac:inkMk id="29" creationId="{2AE9A8A8-272C-112B-5989-4289AB9FA758}"/>
          </ac:inkMkLst>
        </pc:inkChg>
        <pc:inkChg chg="add">
          <ac:chgData name="Jan Drgona" userId="sNIp1ysM4YJF8rq7AjHFQUvjJxoOV3ALD8EG3g/9Af8=" providerId="None" clId="Web-{DB9AA438-0223-4E46-85CD-8243199D156B}" dt="2026-06-12T16:52:28.292" v="112"/>
          <ac:inkMkLst>
            <pc:docMk/>
            <pc:sldMk cId="690392975" sldId="1736"/>
            <ac:inkMk id="30" creationId="{B522E27A-0419-18FB-4B45-97FCC2E45843}"/>
          </ac:inkMkLst>
        </pc:inkChg>
        <pc:inkChg chg="add">
          <ac:chgData name="Jan Drgona" userId="sNIp1ysM4YJF8rq7AjHFQUvjJxoOV3ALD8EG3g/9Af8=" providerId="None" clId="Web-{DB9AA438-0223-4E46-85CD-8243199D156B}" dt="2026-06-12T16:52:30.526" v="113"/>
          <ac:inkMkLst>
            <pc:docMk/>
            <pc:sldMk cId="690392975" sldId="1736"/>
            <ac:inkMk id="31" creationId="{C99B6816-0AC0-DF21-F6C2-47A000276BF5}"/>
          </ac:inkMkLst>
        </pc:inkChg>
        <pc:inkChg chg="add">
          <ac:chgData name="Jan Drgona" userId="sNIp1ysM4YJF8rq7AjHFQUvjJxoOV3ALD8EG3g/9Af8=" providerId="None" clId="Web-{DB9AA438-0223-4E46-85CD-8243199D156B}" dt="2026-06-12T16:52:34.870" v="114"/>
          <ac:inkMkLst>
            <pc:docMk/>
            <pc:sldMk cId="690392975" sldId="1736"/>
            <ac:inkMk id="32" creationId="{130869F1-A928-6FF7-FA48-6EE6FC86C22E}"/>
          </ac:inkMkLst>
        </pc:inkChg>
      </pc:sldChg>
      <pc:sldChg chg="addSp delSp modSp add replId">
        <pc:chgData name="Jan Drgona" userId="sNIp1ysM4YJF8rq7AjHFQUvjJxoOV3ALD8EG3g/9Af8=" providerId="None" clId="Web-{DB9AA438-0223-4E46-85CD-8243199D156B}" dt="2026-06-12T17:19:15.457" v="188"/>
        <pc:sldMkLst>
          <pc:docMk/>
          <pc:sldMk cId="3613777873" sldId="1737"/>
        </pc:sldMkLst>
        <pc:spChg chg="mod">
          <ac:chgData name="Jan Drgona" userId="sNIp1ysM4YJF8rq7AjHFQUvjJxoOV3ALD8EG3g/9Af8=" providerId="None" clId="Web-{DB9AA438-0223-4E46-85CD-8243199D156B}" dt="2026-06-12T17:13:17.394" v="168" actId="20577"/>
          <ac:spMkLst>
            <pc:docMk/>
            <pc:sldMk cId="3613777873" sldId="1737"/>
            <ac:spMk id="3" creationId="{808B0F5F-0954-1F4B-4F2D-77C9B09BF0D4}"/>
          </ac:spMkLst>
        </pc:spChg>
        <pc:picChg chg="add ord">
          <ac:chgData name="Jan Drgona" userId="sNIp1ysM4YJF8rq7AjHFQUvjJxoOV3ALD8EG3g/9Af8=" providerId="None" clId="Web-{DB9AA438-0223-4E46-85CD-8243199D156B}" dt="2026-06-12T17:19:15.457" v="188"/>
          <ac:picMkLst>
            <pc:docMk/>
            <pc:sldMk cId="3613777873" sldId="1737"/>
            <ac:picMk id="15" creationId="{620CB6B2-0C27-ED4F-FE06-4F9FD67DC667}"/>
          </ac:picMkLst>
        </pc:picChg>
        <pc:inkChg chg="add">
          <ac:chgData name="Jan Drgona" userId="sNIp1ysM4YJF8rq7AjHFQUvjJxoOV3ALD8EG3g/9Af8=" providerId="None" clId="Web-{DB9AA438-0223-4E46-85CD-8243199D156B}" dt="2026-06-12T16:53:00.309" v="117"/>
          <ac:inkMkLst>
            <pc:docMk/>
            <pc:sldMk cId="3613777873" sldId="1737"/>
            <ac:inkMk id="5" creationId="{37B0E478-3A65-84A3-11F7-33FC162FB79C}"/>
          </ac:inkMkLst>
        </pc:inkChg>
        <pc:inkChg chg="add">
          <ac:chgData name="Jan Drgona" userId="sNIp1ysM4YJF8rq7AjHFQUvjJxoOV3ALD8EG3g/9Af8=" providerId="None" clId="Web-{DB9AA438-0223-4E46-85CD-8243199D156B}" dt="2026-06-12T16:53:01.715" v="118"/>
          <ac:inkMkLst>
            <pc:docMk/>
            <pc:sldMk cId="3613777873" sldId="1737"/>
            <ac:inkMk id="6" creationId="{577B67A4-6476-2E03-98D6-36C521654584}"/>
          </ac:inkMkLst>
        </pc:inkChg>
        <pc:inkChg chg="add">
          <ac:chgData name="Jan Drgona" userId="sNIp1ysM4YJF8rq7AjHFQUvjJxoOV3ALD8EG3g/9Af8=" providerId="None" clId="Web-{DB9AA438-0223-4E46-85CD-8243199D156B}" dt="2026-06-12T16:53:06.278" v="119"/>
          <ac:inkMkLst>
            <pc:docMk/>
            <pc:sldMk cId="3613777873" sldId="1737"/>
            <ac:inkMk id="8" creationId="{25B74D93-19C1-F0FC-3991-CF35A2D0518B}"/>
          </ac:inkMkLst>
        </pc:inkChg>
        <pc:inkChg chg="add">
          <ac:chgData name="Jan Drgona" userId="sNIp1ysM4YJF8rq7AjHFQUvjJxoOV3ALD8EG3g/9Af8=" providerId="None" clId="Web-{DB9AA438-0223-4E46-85CD-8243199D156B}" dt="2026-06-12T16:53:25.716" v="120"/>
          <ac:inkMkLst>
            <pc:docMk/>
            <pc:sldMk cId="3613777873" sldId="1737"/>
            <ac:inkMk id="10" creationId="{521AF845-2368-8D09-777F-42BC49C4F2EA}"/>
          </ac:inkMkLst>
        </pc:inkChg>
        <pc:inkChg chg="add">
          <ac:chgData name="Jan Drgona" userId="sNIp1ysM4YJF8rq7AjHFQUvjJxoOV3ALD8EG3g/9Af8=" providerId="None" clId="Web-{DB9AA438-0223-4E46-85CD-8243199D156B}" dt="2026-06-12T16:53:28.435" v="121"/>
          <ac:inkMkLst>
            <pc:docMk/>
            <pc:sldMk cId="3613777873" sldId="1737"/>
            <ac:inkMk id="11" creationId="{0A56CA5B-15F3-4541-D467-04E977319BA0}"/>
          </ac:inkMkLst>
        </pc:inkChg>
        <pc:inkChg chg="add">
          <ac:chgData name="Jan Drgona" userId="sNIp1ysM4YJF8rq7AjHFQUvjJxoOV3ALD8EG3g/9Af8=" providerId="None" clId="Web-{DB9AA438-0223-4E46-85CD-8243199D156B}" dt="2026-06-12T16:53:29.810" v="122"/>
          <ac:inkMkLst>
            <pc:docMk/>
            <pc:sldMk cId="3613777873" sldId="1737"/>
            <ac:inkMk id="12" creationId="{12B787D3-FB9C-39C4-DEF8-89A202DCE41A}"/>
          </ac:inkMkLst>
        </pc:inkChg>
        <pc:inkChg chg="add">
          <ac:chgData name="Jan Drgona" userId="sNIp1ysM4YJF8rq7AjHFQUvjJxoOV3ALD8EG3g/9Af8=" providerId="None" clId="Web-{DB9AA438-0223-4E46-85CD-8243199D156B}" dt="2026-06-12T16:53:40.263" v="123"/>
          <ac:inkMkLst>
            <pc:docMk/>
            <pc:sldMk cId="3613777873" sldId="1737"/>
            <ac:inkMk id="13" creationId="{0D41EC7F-7216-47AE-E225-E97AFBCF5E2A}"/>
          </ac:inkMkLst>
        </pc:inkChg>
      </pc:sldChg>
      <pc:sldChg chg="addSp delSp modSp add replId">
        <pc:chgData name="Jan Drgona" userId="sNIp1ysM4YJF8rq7AjHFQUvjJxoOV3ALD8EG3g/9Af8=" providerId="None" clId="Web-{DB9AA438-0223-4E46-85CD-8243199D156B}" dt="2026-06-12T17:19:26.895" v="191"/>
        <pc:sldMkLst>
          <pc:docMk/>
          <pc:sldMk cId="3725718816" sldId="1738"/>
        </pc:sldMkLst>
        <pc:spChg chg="mod">
          <ac:chgData name="Jan Drgona" userId="sNIp1ysM4YJF8rq7AjHFQUvjJxoOV3ALD8EG3g/9Af8=" providerId="None" clId="Web-{DB9AA438-0223-4E46-85CD-8243199D156B}" dt="2026-06-12T17:13:21.691" v="170" actId="20577"/>
          <ac:spMkLst>
            <pc:docMk/>
            <pc:sldMk cId="3725718816" sldId="1738"/>
            <ac:spMk id="3" creationId="{26DC76AE-6575-35FD-DBB6-529A3AB8BB25}"/>
          </ac:spMkLst>
        </pc:spChg>
        <pc:picChg chg="add ord">
          <ac:chgData name="Jan Drgona" userId="sNIp1ysM4YJF8rq7AjHFQUvjJxoOV3ALD8EG3g/9Af8=" providerId="None" clId="Web-{DB9AA438-0223-4E46-85CD-8243199D156B}" dt="2026-06-12T17:19:26.895" v="191"/>
          <ac:picMkLst>
            <pc:docMk/>
            <pc:sldMk cId="3725718816" sldId="1738"/>
            <ac:picMk id="14" creationId="{3B49F548-4B67-5844-ADD8-573CE2A796D8}"/>
          </ac:picMkLst>
        </pc:picChg>
        <pc:inkChg chg="add">
          <ac:chgData name="Jan Drgona" userId="sNIp1ysM4YJF8rq7AjHFQUvjJxoOV3ALD8EG3g/9Af8=" providerId="None" clId="Web-{DB9AA438-0223-4E46-85CD-8243199D156B}" dt="2026-06-12T16:54:54.407" v="131"/>
          <ac:inkMkLst>
            <pc:docMk/>
            <pc:sldMk cId="3725718816" sldId="1738"/>
            <ac:inkMk id="8" creationId="{E7A0C1E4-6318-AAC6-D195-8A34AD8806AA}"/>
          </ac:inkMkLst>
        </pc:inkChg>
        <pc:inkChg chg="add">
          <ac:chgData name="Jan Drgona" userId="sNIp1ysM4YJF8rq7AjHFQUvjJxoOV3ALD8EG3g/9Af8=" providerId="None" clId="Web-{DB9AA438-0223-4E46-85CD-8243199D156B}" dt="2026-06-12T16:55:15.815" v="132"/>
          <ac:inkMkLst>
            <pc:docMk/>
            <pc:sldMk cId="3725718816" sldId="1738"/>
            <ac:inkMk id="10" creationId="{95612952-7224-43B1-573E-B21F862D4930}"/>
          </ac:inkMkLst>
        </pc:inkChg>
        <pc:inkChg chg="add">
          <ac:chgData name="Jan Drgona" userId="sNIp1ysM4YJF8rq7AjHFQUvjJxoOV3ALD8EG3g/9Af8=" providerId="None" clId="Web-{DB9AA438-0223-4E46-85CD-8243199D156B}" dt="2026-06-12T16:55:26.878" v="133"/>
          <ac:inkMkLst>
            <pc:docMk/>
            <pc:sldMk cId="3725718816" sldId="1738"/>
            <ac:inkMk id="11" creationId="{7B95969B-FE59-752D-FCD3-7566F1CEB66E}"/>
          </ac:inkMkLst>
        </pc:inkChg>
        <pc:inkChg chg="add">
          <ac:chgData name="Jan Drgona" userId="sNIp1ysM4YJF8rq7AjHFQUvjJxoOV3ALD8EG3g/9Af8=" providerId="None" clId="Web-{DB9AA438-0223-4E46-85CD-8243199D156B}" dt="2026-06-12T16:55:30.893" v="134"/>
          <ac:inkMkLst>
            <pc:docMk/>
            <pc:sldMk cId="3725718816" sldId="1738"/>
            <ac:inkMk id="12" creationId="{DE4D6C11-0DD1-8736-4F21-E3EA9E7E7DE3}"/>
          </ac:inkMkLst>
        </pc:inkChg>
      </pc:sldChg>
      <pc:sldChg chg="addSp delSp modSp add replId">
        <pc:chgData name="Jan Drgona" userId="sNIp1ysM4YJF8rq7AjHFQUvjJxoOV3ALD8EG3g/9Af8=" providerId="None" clId="Web-{DB9AA438-0223-4E46-85CD-8243199D156B}" dt="2026-06-12T17:19:34.536" v="194"/>
        <pc:sldMkLst>
          <pc:docMk/>
          <pc:sldMk cId="1947342043" sldId="1739"/>
        </pc:sldMkLst>
        <pc:spChg chg="mod">
          <ac:chgData name="Jan Drgona" userId="sNIp1ysM4YJF8rq7AjHFQUvjJxoOV3ALD8EG3g/9Af8=" providerId="None" clId="Web-{DB9AA438-0223-4E46-85CD-8243199D156B}" dt="2026-06-12T17:13:26.082" v="172" actId="20577"/>
          <ac:spMkLst>
            <pc:docMk/>
            <pc:sldMk cId="1947342043" sldId="1739"/>
            <ac:spMk id="3" creationId="{1D2718EF-5D3D-0482-7327-8EF9F0AA074B}"/>
          </ac:spMkLst>
        </pc:spChg>
        <pc:picChg chg="add ord">
          <ac:chgData name="Jan Drgona" userId="sNIp1ysM4YJF8rq7AjHFQUvjJxoOV3ALD8EG3g/9Af8=" providerId="None" clId="Web-{DB9AA438-0223-4E46-85CD-8243199D156B}" dt="2026-06-12T17:19:34.536" v="194"/>
          <ac:picMkLst>
            <pc:docMk/>
            <pc:sldMk cId="1947342043" sldId="1739"/>
            <ac:picMk id="8" creationId="{6E878247-7844-D47F-166E-DF6D8822901A}"/>
          </ac:picMkLst>
        </pc:picChg>
        <pc:inkChg chg="add">
          <ac:chgData name="Jan Drgona" userId="sNIp1ysM4YJF8rq7AjHFQUvjJxoOV3ALD8EG3g/9Af8=" providerId="None" clId="Web-{DB9AA438-0223-4E46-85CD-8243199D156B}" dt="2026-06-12T16:56:08.692" v="136"/>
          <ac:inkMkLst>
            <pc:docMk/>
            <pc:sldMk cId="1947342043" sldId="1739"/>
            <ac:inkMk id="4" creationId="{F894445B-78C5-AAD8-A501-DDFF8ACBA7E1}"/>
          </ac:inkMkLst>
        </pc:inkChg>
        <pc:inkChg chg="add">
          <ac:chgData name="Jan Drgona" userId="sNIp1ysM4YJF8rq7AjHFQUvjJxoOV3ALD8EG3g/9Af8=" providerId="None" clId="Web-{DB9AA438-0223-4E46-85CD-8243199D156B}" dt="2026-06-12T16:56:26.693" v="137"/>
          <ac:inkMkLst>
            <pc:docMk/>
            <pc:sldMk cId="1947342043" sldId="1739"/>
            <ac:inkMk id="5" creationId="{F99777EB-1F42-D6E7-1ECF-DAB11B950524}"/>
          </ac:inkMkLst>
        </pc:inkChg>
      </pc:sldChg>
      <pc:sldChg chg="addSp delSp modSp add replId">
        <pc:chgData name="Jan Drgona" userId="sNIp1ysM4YJF8rq7AjHFQUvjJxoOV3ALD8EG3g/9Af8=" providerId="None" clId="Web-{DB9AA438-0223-4E46-85CD-8243199D156B}" dt="2026-06-12T17:42:32.533" v="198" actId="1076"/>
        <pc:sldMkLst>
          <pc:docMk/>
          <pc:sldMk cId="3915458495" sldId="1740"/>
        </pc:sldMkLst>
        <pc:picChg chg="add mod">
          <ac:chgData name="Jan Drgona" userId="sNIp1ysM4YJF8rq7AjHFQUvjJxoOV3ALD8EG3g/9Af8=" providerId="None" clId="Web-{DB9AA438-0223-4E46-85CD-8243199D156B}" dt="2026-06-12T17:42:32.533" v="198" actId="1076"/>
          <ac:picMkLst>
            <pc:docMk/>
            <pc:sldMk cId="3915458495" sldId="1740"/>
            <ac:picMk id="4" creationId="{40AAC8AB-DFF9-6509-8035-A9FBF4412CC0}"/>
          </ac:picMkLst>
        </pc:picChg>
      </pc:sldChg>
      <pc:sldChg chg="addSp delSp add replId">
        <pc:chgData name="Jan Drgona" userId="sNIp1ysM4YJF8rq7AjHFQUvjJxoOV3ALD8EG3g/9Af8=" providerId="None" clId="Web-{DB9AA438-0223-4E46-85CD-8243199D156B}" dt="2026-06-12T17:19:00.284" v="185"/>
        <pc:sldMkLst>
          <pc:docMk/>
          <pc:sldMk cId="4258409942" sldId="1741"/>
        </pc:sldMkLst>
        <pc:picChg chg="add">
          <ac:chgData name="Jan Drgona" userId="sNIp1ysM4YJF8rq7AjHFQUvjJxoOV3ALD8EG3g/9Af8=" providerId="None" clId="Web-{DB9AA438-0223-4E46-85CD-8243199D156B}" dt="2026-06-12T17:19:00.284" v="185"/>
          <ac:picMkLst>
            <pc:docMk/>
            <pc:sldMk cId="4258409942" sldId="1741"/>
            <ac:picMk id="5" creationId="{D9672737-70FA-EB30-41E4-E93B48347033}"/>
          </ac:picMkLst>
        </pc:picChg>
      </pc:sldChg>
    </pc:docChg>
  </pc:docChgLst>
  <pc:docChgLst>
    <pc:chgData name="Jan Drgona" userId="sNIp1ysM4YJF8rq7AjHFQUvjJxoOV3ALD8EG3g/9Af8=" providerId="None" clId="Web-{381ADC10-7FC4-4E2B-8016-0E40486D5ACE}"/>
    <pc:docChg chg="addSld delSld modSld sldOrd">
      <pc:chgData name="Jan Drgona" userId="sNIp1ysM4YJF8rq7AjHFQUvjJxoOV3ALD8EG3g/9Af8=" providerId="None" clId="Web-{381ADC10-7FC4-4E2B-8016-0E40486D5ACE}" dt="2026-06-12T20:25:46.350" v="42"/>
      <pc:docMkLst>
        <pc:docMk/>
      </pc:docMkLst>
      <pc:sldChg chg="modSp">
        <pc:chgData name="Jan Drgona" userId="sNIp1ysM4YJF8rq7AjHFQUvjJxoOV3ALD8EG3g/9Af8=" providerId="None" clId="Web-{381ADC10-7FC4-4E2B-8016-0E40486D5ACE}" dt="2026-06-12T20:01:52.874" v="5" actId="20577"/>
        <pc:sldMkLst>
          <pc:docMk/>
          <pc:sldMk cId="0" sldId="258"/>
        </pc:sldMkLst>
        <pc:spChg chg="mod">
          <ac:chgData name="Jan Drgona" userId="sNIp1ysM4YJF8rq7AjHFQUvjJxoOV3ALD8EG3g/9Af8=" providerId="None" clId="Web-{381ADC10-7FC4-4E2B-8016-0E40486D5ACE}" dt="2026-06-12T20:01:52.874" v="5" actId="20577"/>
          <ac:spMkLst>
            <pc:docMk/>
            <pc:sldMk cId="0" sldId="258"/>
            <ac:spMk id="98" creationId="{00000000-0000-0000-0000-000000000000}"/>
          </ac:spMkLst>
        </pc:spChg>
      </pc:sldChg>
      <pc:sldChg chg="mod modShow">
        <pc:chgData name="Jan Drgona" userId="sNIp1ysM4YJF8rq7AjHFQUvjJxoOV3ALD8EG3g/9Af8=" providerId="None" clId="Web-{381ADC10-7FC4-4E2B-8016-0E40486D5ACE}" dt="2026-06-12T20:15:28.929" v="9"/>
        <pc:sldMkLst>
          <pc:docMk/>
          <pc:sldMk cId="4023729905" sldId="1589"/>
        </pc:sldMkLst>
      </pc:sldChg>
      <pc:sldChg chg="ord">
        <pc:chgData name="Jan Drgona" userId="sNIp1ysM4YJF8rq7AjHFQUvjJxoOV3ALD8EG3g/9Af8=" providerId="None" clId="Web-{381ADC10-7FC4-4E2B-8016-0E40486D5ACE}" dt="2026-06-12T20:25:46.350" v="42"/>
        <pc:sldMkLst>
          <pc:docMk/>
          <pc:sldMk cId="3821775337" sldId="1594"/>
        </pc:sldMkLst>
      </pc:sldChg>
      <pc:sldChg chg="modSp">
        <pc:chgData name="Jan Drgona" userId="sNIp1ysM4YJF8rq7AjHFQUvjJxoOV3ALD8EG3g/9Af8=" providerId="None" clId="Web-{381ADC10-7FC4-4E2B-8016-0E40486D5ACE}" dt="2026-06-12T20:16:36.619" v="13" actId="1076"/>
        <pc:sldMkLst>
          <pc:docMk/>
          <pc:sldMk cId="2372954023" sldId="1608"/>
        </pc:sldMkLst>
        <pc:spChg chg="mod">
          <ac:chgData name="Jan Drgona" userId="sNIp1ysM4YJF8rq7AjHFQUvjJxoOV3ALD8EG3g/9Af8=" providerId="None" clId="Web-{381ADC10-7FC4-4E2B-8016-0E40486D5ACE}" dt="2026-06-12T20:16:36.619" v="13" actId="1076"/>
          <ac:spMkLst>
            <pc:docMk/>
            <pc:sldMk cId="2372954023" sldId="1608"/>
            <ac:spMk id="16" creationId="{14BA69E7-6405-92DB-6DE2-EFCF58CAC29C}"/>
          </ac:spMkLst>
        </pc:spChg>
      </pc:sldChg>
      <pc:sldChg chg="mod modShow">
        <pc:chgData name="Jan Drgona" userId="sNIp1ysM4YJF8rq7AjHFQUvjJxoOV3ALD8EG3g/9Af8=" providerId="None" clId="Web-{381ADC10-7FC4-4E2B-8016-0E40486D5ACE}" dt="2026-06-12T20:15:28.929" v="8"/>
        <pc:sldMkLst>
          <pc:docMk/>
          <pc:sldMk cId="2356637565" sldId="1625"/>
        </pc:sldMkLst>
      </pc:sldChg>
      <pc:sldChg chg="addSp delSp modSp">
        <pc:chgData name="Jan Drgona" userId="sNIp1ysM4YJF8rq7AjHFQUvjJxoOV3ALD8EG3g/9Af8=" providerId="None" clId="Web-{381ADC10-7FC4-4E2B-8016-0E40486D5ACE}" dt="2026-06-12T20:16:53.932" v="20"/>
        <pc:sldMkLst>
          <pc:docMk/>
          <pc:sldMk cId="3596885914" sldId="1629"/>
        </pc:sldMkLst>
        <pc:spChg chg="add mod">
          <ac:chgData name="Jan Drgona" userId="sNIp1ysM4YJF8rq7AjHFQUvjJxoOV3ALD8EG3g/9Af8=" providerId="None" clId="Web-{381ADC10-7FC4-4E2B-8016-0E40486D5ACE}" dt="2026-06-12T20:16:53.932" v="20"/>
          <ac:spMkLst>
            <pc:docMk/>
            <pc:sldMk cId="3596885914" sldId="1629"/>
            <ac:spMk id="11" creationId="{ABD9D262-32FC-7775-1325-CC6A5FFDFB8D}"/>
          </ac:spMkLst>
        </pc:spChg>
      </pc:sldChg>
      <pc:sldChg chg="ord">
        <pc:chgData name="Jan Drgona" userId="sNIp1ysM4YJF8rq7AjHFQUvjJxoOV3ALD8EG3g/9Af8=" providerId="None" clId="Web-{381ADC10-7FC4-4E2B-8016-0E40486D5ACE}" dt="2026-06-12T20:25:34.459" v="39"/>
        <pc:sldMkLst>
          <pc:docMk/>
          <pc:sldMk cId="842848323" sldId="1730"/>
        </pc:sldMkLst>
      </pc:sldChg>
      <pc:sldChg chg="ord">
        <pc:chgData name="Jan Drgona" userId="sNIp1ysM4YJF8rq7AjHFQUvjJxoOV3ALD8EG3g/9Af8=" providerId="None" clId="Web-{381ADC10-7FC4-4E2B-8016-0E40486D5ACE}" dt="2026-06-12T20:22:10.894" v="37"/>
        <pc:sldMkLst>
          <pc:docMk/>
          <pc:sldMk cId="3915458495" sldId="1740"/>
        </pc:sldMkLst>
      </pc:sldChg>
    </pc:docChg>
  </pc:docChgLst>
  <pc:docChgLst>
    <pc:chgData name="Truong Nghiem" userId="vBvvVE8C9ugQCln+04XOl7ubP+936WO3hfIf0AxT0gg=" providerId="None" clId="Web-{691735D0-ED1A-414C-9C4A-C9A78CFB774E}"/>
    <pc:docChg chg="addSld delSld">
      <pc:chgData name="Truong Nghiem" userId="vBvvVE8C9ugQCln+04XOl7ubP+936WO3hfIf0AxT0gg=" providerId="None" clId="Web-{691735D0-ED1A-414C-9C4A-C9A78CFB774E}" dt="2026-06-14T18:28:20.179" v="1"/>
      <pc:docMkLst>
        <pc:docMk/>
      </pc:docMkLst>
      <pc:sldChg chg="new del">
        <pc:chgData name="Truong Nghiem" userId="vBvvVE8C9ugQCln+04XOl7ubP+936WO3hfIf0AxT0gg=" providerId="None" clId="Web-{691735D0-ED1A-414C-9C4A-C9A78CFB774E}" dt="2026-06-14T18:28:20.179" v="1"/>
        <pc:sldMkLst>
          <pc:docMk/>
          <pc:sldMk cId="1436794479" sldId="1742"/>
        </pc:sldMkLst>
      </pc:sldChg>
    </pc:docChg>
  </pc:docChgLst>
  <pc:docChgLst>
    <pc:chgData name="Truong Nghiem" userId="vBvvVE8C9ugQCln+04XOl7ubP+936WO3hfIf0AxT0gg=" providerId="None" clId="Web-{639CEFE1-EC7A-446D-9E78-1AEADC4C61F0}"/>
    <pc:docChg chg="modSld">
      <pc:chgData name="Truong Nghiem" userId="vBvvVE8C9ugQCln+04XOl7ubP+936WO3hfIf0AxT0gg=" providerId="None" clId="Web-{639CEFE1-EC7A-446D-9E78-1AEADC4C61F0}" dt="2026-06-14T12:39:58.933" v="0"/>
      <pc:docMkLst>
        <pc:docMk/>
      </pc:docMkLst>
      <pc:sldChg chg="modSp">
        <pc:chgData name="Truong Nghiem" userId="vBvvVE8C9ugQCln+04XOl7ubP+936WO3hfIf0AxT0gg=" providerId="None" clId="Web-{639CEFE1-EC7A-446D-9E78-1AEADC4C61F0}" dt="2026-06-14T12:39:58.933" v="0"/>
        <pc:sldMkLst>
          <pc:docMk/>
          <pc:sldMk cId="496440186" sldId="1728"/>
        </pc:sldMkLst>
        <pc:picChg chg="mod">
          <ac:chgData name="Truong Nghiem" userId="vBvvVE8C9ugQCln+04XOl7ubP+936WO3hfIf0AxT0gg=" providerId="None" clId="Web-{639CEFE1-EC7A-446D-9E78-1AEADC4C61F0}" dt="2026-06-14T12:39:58.933" v="0"/>
          <ac:picMkLst>
            <pc:docMk/>
            <pc:sldMk cId="496440186" sldId="1728"/>
            <ac:picMk id="1034" creationId="{0BC5F26E-D245-6E8C-EB40-1D24863D5359}"/>
          </ac:picMkLst>
        </pc:picChg>
      </pc:sldChg>
    </pc:docChg>
  </pc:docChgLst>
  <pc:docChgLst>
    <pc:chgData name="Thomas Beckers" userId="c12k/5uIRDOZYDGGnB12/aGD+4Q6PB85erRsVU18rvk=" providerId="None" clId="Web-{CBA384F5-49A7-4DEB-A8CC-01DB6CA697DA}"/>
    <pc:docChg chg="addSld delSld modSld sldOrd">
      <pc:chgData name="Thomas Beckers" userId="c12k/5uIRDOZYDGGnB12/aGD+4Q6PB85erRsVU18rvk=" providerId="None" clId="Web-{CBA384F5-49A7-4DEB-A8CC-01DB6CA697DA}" dt="2026-06-12T16:52:39.895" v="287" actId="20577"/>
      <pc:docMkLst>
        <pc:docMk/>
      </pc:docMkLst>
      <pc:sldChg chg="addSp delSp modSp mod ord modClrScheme chgLayout">
        <pc:chgData name="Thomas Beckers" userId="c12k/5uIRDOZYDGGnB12/aGD+4Q6PB85erRsVU18rvk=" providerId="None" clId="Web-{CBA384F5-49A7-4DEB-A8CC-01DB6CA697DA}" dt="2026-06-12T16:22:38.381" v="103"/>
        <pc:sldMkLst>
          <pc:docMk/>
          <pc:sldMk cId="0" sldId="258"/>
        </pc:sldMkLst>
        <pc:spChg chg="add mod">
          <ac:chgData name="Thomas Beckers" userId="c12k/5uIRDOZYDGGnB12/aGD+4Q6PB85erRsVU18rvk=" providerId="None" clId="Web-{CBA384F5-49A7-4DEB-A8CC-01DB6CA697DA}" dt="2026-06-12T16:11:06.586" v="37" actId="20577"/>
          <ac:spMkLst>
            <pc:docMk/>
            <pc:sldMk cId="0" sldId="258"/>
            <ac:spMk id="11" creationId="{536BFCF8-DBC4-5F40-6E69-7D96DAEA7AD1}"/>
          </ac:spMkLst>
        </pc:spChg>
        <pc:spChg chg="add mod">
          <ac:chgData name="Thomas Beckers" userId="c12k/5uIRDOZYDGGnB12/aGD+4Q6PB85erRsVU18rvk=" providerId="None" clId="Web-{CBA384F5-49A7-4DEB-A8CC-01DB6CA697DA}" dt="2026-06-12T16:22:38.381" v="103"/>
          <ac:spMkLst>
            <pc:docMk/>
            <pc:sldMk cId="0" sldId="258"/>
            <ac:spMk id="15" creationId="{0120F3A9-C749-C18E-FD37-3996164DC456}"/>
          </ac:spMkLst>
        </pc:spChg>
        <pc:spChg chg="mod">
          <ac:chgData name="Thomas Beckers" userId="c12k/5uIRDOZYDGGnB12/aGD+4Q6PB85erRsVU18rvk=" providerId="None" clId="Web-{CBA384F5-49A7-4DEB-A8CC-01DB6CA697DA}" dt="2026-06-12T16:18:44.543" v="85" actId="1076"/>
          <ac:spMkLst>
            <pc:docMk/>
            <pc:sldMk cId="0" sldId="258"/>
            <ac:spMk id="98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14:25.516" v="74" actId="1076"/>
          <ac:spMkLst>
            <pc:docMk/>
            <pc:sldMk cId="0" sldId="258"/>
            <ac:spMk id="99" creationId="{00000000-0000-0000-0000-000000000000}"/>
          </ac:spMkLst>
        </pc:spChg>
        <pc:picChg chg="mod">
          <ac:chgData name="Thomas Beckers" userId="c12k/5uIRDOZYDGGnB12/aGD+4Q6PB85erRsVU18rvk=" providerId="None" clId="Web-{CBA384F5-49A7-4DEB-A8CC-01DB6CA697DA}" dt="2026-06-12T16:18:44.543" v="86" actId="1076"/>
          <ac:picMkLst>
            <pc:docMk/>
            <pc:sldMk cId="0" sldId="258"/>
            <ac:picMk id="2" creationId="{2B676BF3-8660-9630-29DF-CBE7A3A935E7}"/>
          </ac:picMkLst>
        </pc:picChg>
        <pc:picChg chg="mod">
          <ac:chgData name="Thomas Beckers" userId="c12k/5uIRDOZYDGGnB12/aGD+4Q6PB85erRsVU18rvk=" providerId="None" clId="Web-{CBA384F5-49A7-4DEB-A8CC-01DB6CA697DA}" dt="2026-06-12T16:18:44.559" v="87" actId="1076"/>
          <ac:picMkLst>
            <pc:docMk/>
            <pc:sldMk cId="0" sldId="258"/>
            <ac:picMk id="3" creationId="{0A6B2563-D919-4FED-E756-BCB8DB29B03B}"/>
          </ac:picMkLst>
        </pc:picChg>
        <pc:picChg chg="mod">
          <ac:chgData name="Thomas Beckers" userId="c12k/5uIRDOZYDGGnB12/aGD+4Q6PB85erRsVU18rvk=" providerId="None" clId="Web-{CBA384F5-49A7-4DEB-A8CC-01DB6CA697DA}" dt="2026-06-12T16:18:44.559" v="88" actId="1076"/>
          <ac:picMkLst>
            <pc:docMk/>
            <pc:sldMk cId="0" sldId="258"/>
            <ac:picMk id="4" creationId="{A899291D-C77A-0F32-09CB-198A8812C62C}"/>
          </ac:picMkLst>
        </pc:picChg>
        <pc:picChg chg="add mod">
          <ac:chgData name="Thomas Beckers" userId="c12k/5uIRDOZYDGGnB12/aGD+4Q6PB85erRsVU18rvk=" providerId="None" clId="Web-{CBA384F5-49A7-4DEB-A8CC-01DB6CA697DA}" dt="2026-06-12T16:18:35.168" v="84" actId="1076"/>
          <ac:picMkLst>
            <pc:docMk/>
            <pc:sldMk cId="0" sldId="258"/>
            <ac:picMk id="13" creationId="{E01DD1E1-5E3F-80D5-ED99-EEC6C62F0BD4}"/>
          </ac:picMkLst>
        </pc:picChg>
      </pc:sldChg>
      <pc:sldChg chg="addSp delSp modSp ord">
        <pc:chgData name="Thomas Beckers" userId="c12k/5uIRDOZYDGGnB12/aGD+4Q6PB85erRsVU18rvk=" providerId="None" clId="Web-{CBA384F5-49A7-4DEB-A8CC-01DB6CA697DA}" dt="2026-06-12T16:32:32.938" v="133" actId="1076"/>
        <pc:sldMkLst>
          <pc:docMk/>
          <pc:sldMk cId="0" sldId="259"/>
        </pc:sldMkLst>
        <pc:spChg chg="add mod">
          <ac:chgData name="Thomas Beckers" userId="c12k/5uIRDOZYDGGnB12/aGD+4Q6PB85erRsVU18rvk=" providerId="None" clId="Web-{CBA384F5-49A7-4DEB-A8CC-01DB6CA697DA}" dt="2026-06-12T16:31:24.419" v="119" actId="20577"/>
          <ac:spMkLst>
            <pc:docMk/>
            <pc:sldMk cId="0" sldId="259"/>
            <ac:spMk id="7" creationId="{389D41F7-7BB4-5ECF-F0BC-F0A3F559CF3F}"/>
          </ac:spMkLst>
        </pc:spChg>
        <pc:spChg chg="mod">
          <ac:chgData name="Thomas Beckers" userId="c12k/5uIRDOZYDGGnB12/aGD+4Q6PB85erRsVU18rvk=" providerId="None" clId="Web-{CBA384F5-49A7-4DEB-A8CC-01DB6CA697DA}" dt="2026-06-12T16:31:47.342" v="120"/>
          <ac:spMkLst>
            <pc:docMk/>
            <pc:sldMk cId="0" sldId="259"/>
            <ac:spMk id="113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31:47.342" v="121"/>
          <ac:spMkLst>
            <pc:docMk/>
            <pc:sldMk cId="0" sldId="259"/>
            <ac:spMk id="114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31:47.342" v="122"/>
          <ac:spMkLst>
            <pc:docMk/>
            <pc:sldMk cId="0" sldId="259"/>
            <ac:spMk id="115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31:47.342" v="123"/>
          <ac:spMkLst>
            <pc:docMk/>
            <pc:sldMk cId="0" sldId="259"/>
            <ac:spMk id="118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32:32.938" v="133" actId="1076"/>
          <ac:spMkLst>
            <pc:docMk/>
            <pc:sldMk cId="0" sldId="259"/>
            <ac:spMk id="121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31:47.342" v="125"/>
          <ac:spMkLst>
            <pc:docMk/>
            <pc:sldMk cId="0" sldId="259"/>
            <ac:spMk id="122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31:52.608" v="127" actId="14100"/>
          <ac:spMkLst>
            <pc:docMk/>
            <pc:sldMk cId="0" sldId="259"/>
            <ac:spMk id="123" creationId="{00000000-0000-0000-0000-000000000000}"/>
          </ac:spMkLst>
        </pc:spChg>
        <pc:picChg chg="mod">
          <ac:chgData name="Thomas Beckers" userId="c12k/5uIRDOZYDGGnB12/aGD+4Q6PB85erRsVU18rvk=" providerId="None" clId="Web-{CBA384F5-49A7-4DEB-A8CC-01DB6CA697DA}" dt="2026-06-12T16:32:25.953" v="131" actId="1076"/>
          <ac:picMkLst>
            <pc:docMk/>
            <pc:sldMk cId="0" sldId="259"/>
            <ac:picMk id="120" creationId="{00000000-0000-0000-0000-000000000000}"/>
          </ac:picMkLst>
        </pc:picChg>
      </pc:sldChg>
      <pc:sldChg chg="ord">
        <pc:chgData name="Thomas Beckers" userId="c12k/5uIRDOZYDGGnB12/aGD+4Q6PB85erRsVU18rvk=" providerId="None" clId="Web-{CBA384F5-49A7-4DEB-A8CC-01DB6CA697DA}" dt="2026-06-12T16:08:09.141" v="20"/>
        <pc:sldMkLst>
          <pc:docMk/>
          <pc:sldMk cId="0" sldId="260"/>
        </pc:sldMkLst>
      </pc:sldChg>
      <pc:sldChg chg="addSp delSp modSp ord">
        <pc:chgData name="Thomas Beckers" userId="c12k/5uIRDOZYDGGnB12/aGD+4Q6PB85erRsVU18rvk=" providerId="None" clId="Web-{CBA384F5-49A7-4DEB-A8CC-01DB6CA697DA}" dt="2026-06-12T16:49:25.684" v="211"/>
        <pc:sldMkLst>
          <pc:docMk/>
          <pc:sldMk cId="0" sldId="263"/>
        </pc:sldMkLst>
        <pc:spChg chg="add mod">
          <ac:chgData name="Thomas Beckers" userId="c12k/5uIRDOZYDGGnB12/aGD+4Q6PB85erRsVU18rvk=" providerId="None" clId="Web-{CBA384F5-49A7-4DEB-A8CC-01DB6CA697DA}" dt="2026-06-12T16:49:11.543" v="203" actId="20577"/>
          <ac:spMkLst>
            <pc:docMk/>
            <pc:sldMk cId="0" sldId="263"/>
            <ac:spMk id="3" creationId="{45B81C96-273D-0F89-43C2-521781E7756D}"/>
          </ac:spMkLst>
        </pc:spChg>
        <pc:spChg chg="mod">
          <ac:chgData name="Thomas Beckers" userId="c12k/5uIRDOZYDGGnB12/aGD+4Q6PB85erRsVU18rvk=" providerId="None" clId="Web-{CBA384F5-49A7-4DEB-A8CC-01DB6CA697DA}" dt="2026-06-12T16:49:25.590" v="205"/>
          <ac:spMkLst>
            <pc:docMk/>
            <pc:sldMk cId="0" sldId="263"/>
            <ac:spMk id="188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49:25.590" v="206"/>
          <ac:spMkLst>
            <pc:docMk/>
            <pc:sldMk cId="0" sldId="263"/>
            <ac:spMk id="189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49:25.590" v="207"/>
          <ac:spMkLst>
            <pc:docMk/>
            <pc:sldMk cId="0" sldId="263"/>
            <ac:spMk id="190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49:25.590" v="208"/>
          <ac:spMkLst>
            <pc:docMk/>
            <pc:sldMk cId="0" sldId="263"/>
            <ac:spMk id="191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49:25.606" v="209"/>
          <ac:spMkLst>
            <pc:docMk/>
            <pc:sldMk cId="0" sldId="263"/>
            <ac:spMk id="193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49:25.606" v="210"/>
          <ac:spMkLst>
            <pc:docMk/>
            <pc:sldMk cId="0" sldId="263"/>
            <ac:spMk id="194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49:25.684" v="211"/>
          <ac:spMkLst>
            <pc:docMk/>
            <pc:sldMk cId="0" sldId="263"/>
            <ac:spMk id="195" creationId="{00000000-0000-0000-0000-000000000000}"/>
          </ac:spMkLst>
        </pc:spChg>
      </pc:sldChg>
      <pc:sldChg chg="addSp delSp modSp ord addAnim delAnim">
        <pc:chgData name="Thomas Beckers" userId="c12k/5uIRDOZYDGGnB12/aGD+4Q6PB85erRsVU18rvk=" providerId="None" clId="Web-{CBA384F5-49A7-4DEB-A8CC-01DB6CA697DA}" dt="2026-06-12T16:52:39.895" v="287" actId="20577"/>
        <pc:sldMkLst>
          <pc:docMk/>
          <pc:sldMk cId="0" sldId="264"/>
        </pc:sldMkLst>
        <pc:spChg chg="add mod">
          <ac:chgData name="Thomas Beckers" userId="c12k/5uIRDOZYDGGnB12/aGD+4Q6PB85erRsVU18rvk=" providerId="None" clId="Web-{CBA384F5-49A7-4DEB-A8CC-01DB6CA697DA}" dt="2026-06-12T16:51:05.094" v="255" actId="20577"/>
          <ac:spMkLst>
            <pc:docMk/>
            <pc:sldMk cId="0" sldId="264"/>
            <ac:spMk id="5" creationId="{F582ECF7-2C6C-3097-5B90-272C06678D87}"/>
          </ac:spMkLst>
        </pc:spChg>
        <pc:spChg chg="mod">
          <ac:chgData name="Thomas Beckers" userId="c12k/5uIRDOZYDGGnB12/aGD+4Q6PB85erRsVU18rvk=" providerId="None" clId="Web-{CBA384F5-49A7-4DEB-A8CC-01DB6CA697DA}" dt="2026-06-12T16:52:06.363" v="276" actId="20577"/>
          <ac:spMkLst>
            <pc:docMk/>
            <pc:sldMk cId="0" sldId="264"/>
            <ac:spMk id="202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51:11.110" v="256" actId="20577"/>
          <ac:spMkLst>
            <pc:docMk/>
            <pc:sldMk cId="0" sldId="264"/>
            <ac:spMk id="203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52:39.895" v="287" actId="20577"/>
          <ac:spMkLst>
            <pc:docMk/>
            <pc:sldMk cId="0" sldId="264"/>
            <ac:spMk id="206" creationId="{00000000-0000-0000-0000-000000000000}"/>
          </ac:spMkLst>
        </pc:spChg>
      </pc:sldChg>
      <pc:sldChg chg="addSp delSp modSp ord">
        <pc:chgData name="Thomas Beckers" userId="c12k/5uIRDOZYDGGnB12/aGD+4Q6PB85erRsVU18rvk=" providerId="None" clId="Web-{CBA384F5-49A7-4DEB-A8CC-01DB6CA697DA}" dt="2026-06-12T16:22:23.099" v="102" actId="20577"/>
        <pc:sldMkLst>
          <pc:docMk/>
          <pc:sldMk cId="1425547273" sldId="1592"/>
        </pc:sldMkLst>
        <pc:spChg chg="add mod">
          <ac:chgData name="Thomas Beckers" userId="c12k/5uIRDOZYDGGnB12/aGD+4Q6PB85erRsVU18rvk=" providerId="None" clId="Web-{CBA384F5-49A7-4DEB-A8CC-01DB6CA697DA}" dt="2026-06-12T16:22:23.099" v="102" actId="20577"/>
          <ac:spMkLst>
            <pc:docMk/>
            <pc:sldMk cId="1425547273" sldId="1592"/>
            <ac:spMk id="6" creationId="{873979DC-006A-0397-E06D-AA26875D0999}"/>
          </ac:spMkLst>
        </pc:spChg>
      </pc:sldChg>
      <pc:sldChg chg="modSp">
        <pc:chgData name="Thomas Beckers" userId="c12k/5uIRDOZYDGGnB12/aGD+4Q6PB85erRsVU18rvk=" providerId="None" clId="Web-{CBA384F5-49A7-4DEB-A8CC-01DB6CA697DA}" dt="2026-06-12T16:23:05.695" v="105" actId="20577"/>
        <pc:sldMkLst>
          <pc:docMk/>
          <pc:sldMk cId="1216382618" sldId="1659"/>
        </pc:sldMkLst>
        <pc:spChg chg="mod">
          <ac:chgData name="Thomas Beckers" userId="c12k/5uIRDOZYDGGnB12/aGD+4Q6PB85erRsVU18rvk=" providerId="None" clId="Web-{CBA384F5-49A7-4DEB-A8CC-01DB6CA697DA}" dt="2026-06-12T16:22:52.257" v="104" actId="20577"/>
          <ac:spMkLst>
            <pc:docMk/>
            <pc:sldMk cId="1216382618" sldId="1659"/>
            <ac:spMk id="8" creationId="{3EBE55E5-6A9E-A71A-9228-58FB379FD12B}"/>
          </ac:spMkLst>
        </pc:spChg>
        <pc:spChg chg="mod">
          <ac:chgData name="Thomas Beckers" userId="c12k/5uIRDOZYDGGnB12/aGD+4Q6PB85erRsVU18rvk=" providerId="None" clId="Web-{CBA384F5-49A7-4DEB-A8CC-01DB6CA697DA}" dt="2026-06-12T16:23:05.695" v="105" actId="20577"/>
          <ac:spMkLst>
            <pc:docMk/>
            <pc:sldMk cId="1216382618" sldId="1659"/>
            <ac:spMk id="10" creationId="{2B015BB2-E06E-A78F-4C50-72B4B88F7CB7}"/>
          </ac:spMkLst>
        </pc:spChg>
        <pc:picChg chg="mod">
          <ac:chgData name="Thomas Beckers" userId="c12k/5uIRDOZYDGGnB12/aGD+4Q6PB85erRsVU18rvk=" providerId="None" clId="Web-{CBA384F5-49A7-4DEB-A8CC-01DB6CA697DA}" dt="2026-06-12T16:05:53.151" v="12" actId="1076"/>
          <ac:picMkLst>
            <pc:docMk/>
            <pc:sldMk cId="1216382618" sldId="1659"/>
            <ac:picMk id="12" creationId="{0B781B97-E768-F8FE-FEDA-FDA78109501B}"/>
          </ac:picMkLst>
        </pc:picChg>
      </pc:sldChg>
      <pc:sldChg chg="addSp delSp modSp">
        <pc:chgData name="Thomas Beckers" userId="c12k/5uIRDOZYDGGnB12/aGD+4Q6PB85erRsVU18rvk=" providerId="None" clId="Web-{CBA384F5-49A7-4DEB-A8CC-01DB6CA697DA}" dt="2026-06-12T16:10:55.726" v="33" actId="14100"/>
        <pc:sldMkLst>
          <pc:docMk/>
          <pc:sldMk cId="496440186" sldId="1728"/>
        </pc:sldMkLst>
        <pc:spChg chg="add mod">
          <ac:chgData name="Thomas Beckers" userId="c12k/5uIRDOZYDGGnB12/aGD+4Q6PB85erRsVU18rvk=" providerId="None" clId="Web-{CBA384F5-49A7-4DEB-A8CC-01DB6CA697DA}" dt="2026-06-12T16:10:55.726" v="33" actId="14100"/>
          <ac:spMkLst>
            <pc:docMk/>
            <pc:sldMk cId="496440186" sldId="1728"/>
            <ac:spMk id="6" creationId="{17D0CA62-6818-62EE-FD33-AE54397E0019}"/>
          </ac:spMkLst>
        </pc:spChg>
      </pc:sldChg>
      <pc:sldChg chg="addSp delSp modSp add">
        <pc:chgData name="Thomas Beckers" userId="c12k/5uIRDOZYDGGnB12/aGD+4Q6PB85erRsVU18rvk=" providerId="None" clId="Web-{CBA384F5-49A7-4DEB-A8CC-01DB6CA697DA}" dt="2026-06-12T16:49:50.107" v="236" actId="20577"/>
        <pc:sldMkLst>
          <pc:docMk/>
          <pc:sldMk cId="2921604794" sldId="1734"/>
        </pc:sldMkLst>
        <pc:spChg chg="add mod">
          <ac:chgData name="Thomas Beckers" userId="c12k/5uIRDOZYDGGnB12/aGD+4Q6PB85erRsVU18rvk=" providerId="None" clId="Web-{CBA384F5-49A7-4DEB-A8CC-01DB6CA697DA}" dt="2026-06-12T16:41:20.617" v="149" actId="20577"/>
          <ac:spMkLst>
            <pc:docMk/>
            <pc:sldMk cId="2921604794" sldId="1734"/>
            <ac:spMk id="5" creationId="{28BAAE6C-6189-BD9F-3250-6A29D0450829}"/>
          </ac:spMkLst>
        </pc:spChg>
        <pc:spChg chg="mod">
          <ac:chgData name="Thomas Beckers" userId="c12k/5uIRDOZYDGGnB12/aGD+4Q6PB85erRsVU18rvk=" providerId="None" clId="Web-{CBA384F5-49A7-4DEB-A8CC-01DB6CA697DA}" dt="2026-06-12T16:41:48.086" v="156" actId="20577"/>
          <ac:spMkLst>
            <pc:docMk/>
            <pc:sldMk cId="2921604794" sldId="1734"/>
            <ac:spMk id="239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41:56.602" v="159"/>
          <ac:spMkLst>
            <pc:docMk/>
            <pc:sldMk cId="2921604794" sldId="1734"/>
            <ac:spMk id="240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43:15.043" v="186" actId="14100"/>
          <ac:spMkLst>
            <pc:docMk/>
            <pc:sldMk cId="2921604794" sldId="1734"/>
            <ac:spMk id="244" creationId="{00000000-0000-0000-0000-000000000000}"/>
          </ac:spMkLst>
        </pc:spChg>
        <pc:spChg chg="mod">
          <ac:chgData name="Thomas Beckers" userId="c12k/5uIRDOZYDGGnB12/aGD+4Q6PB85erRsVU18rvk=" providerId="None" clId="Web-{CBA384F5-49A7-4DEB-A8CC-01DB6CA697DA}" dt="2026-06-12T16:49:50.107" v="236" actId="20577"/>
          <ac:spMkLst>
            <pc:docMk/>
            <pc:sldMk cId="2921604794" sldId="1734"/>
            <ac:spMk id="251" creationId="{00000000-0000-0000-0000-000000000000}"/>
          </ac:spMkLst>
        </pc:spChg>
      </pc:sldChg>
      <pc:sldMasterChg chg="addSldLayout">
        <pc:chgData name="Thomas Beckers" userId="c12k/5uIRDOZYDGGnB12/aGD+4Q6PB85erRsVU18rvk=" providerId="None" clId="Web-{CBA384F5-49A7-4DEB-A8CC-01DB6CA697DA}" dt="2026-06-12T16:40:25.833" v="140"/>
        <pc:sldMasterMkLst>
          <pc:docMk/>
          <pc:sldMasterMk cId="3758589253" sldId="2147483952"/>
        </pc:sldMasterMkLst>
        <pc:sldLayoutChg chg="add">
          <pc:chgData name="Thomas Beckers" userId="c12k/5uIRDOZYDGGnB12/aGD+4Q6PB85erRsVU18rvk=" providerId="None" clId="Web-{CBA384F5-49A7-4DEB-A8CC-01DB6CA697DA}" dt="2026-06-12T16:40:25.833" v="140"/>
          <pc:sldLayoutMkLst>
            <pc:docMk/>
            <pc:sldMasterMk cId="3758589253" sldId="2147483952"/>
            <pc:sldLayoutMk cId="1329926119" sldId="214748413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5F52E7-5C0C-456C-BBFC-C078470C52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811CF-080A-4CC5-86EF-B43E625A90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FAD2F-3255-4D6B-B7D0-3AD777FD6E16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227A20-36C9-4A9B-80F5-C901AEE117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7B264A-566F-4D57-AA83-B2D4076BB1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B7DCB-9EC0-4793-8462-68AC0ED49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963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5T16:27:30.509"/>
    </inkml:context>
    <inkml:brush xml:id="br0">
      <inkml:brushProperty name="width" value="0.4" units="cm"/>
      <inkml:brushProperty name="height" value="0.8" units="cm"/>
      <inkml:brushProperty name="color" value="#0069AF"/>
      <inkml:brushProperty name="transparency" value="178"/>
      <inkml:brushProperty name="tip" value="rectangle"/>
      <inkml:brushProperty name="rasterOp" value="maskPen"/>
    </inkml:brush>
  </inkml:definitions>
  <inkml:trace contextRef="#ctx0" brushRef="#br0">1 220,'65'-6,"10"-3,-32 2,18-4,-18 3,4-1,-9 1,-2 1,-4 0,-3 0,-2 2,-4-1,3 1,-3 1,6-1,-3 1,6-1,-6 1,4-1,2 2,4 1,3 2,12 0,-3 0,12-2,-6 0,9-1,-8-1,-3 3,-4-1,-1 2,-5 0,11 0,-8 0,9 0,-20 0,27-2,-25 1,37-1,-14 2,2 0,7-2,-11-1,9 1,2 0,11-1,-5 0,23-3,-18 3,-28 2,0-1,42 1,-42 0,0 0,34 0,-1-1,-1 2,-14 0,10 2,-18-1,-2 3,-3-4,-5 2,10 0,-12 1,26 2,-21 0,18 4,-9-3,2 5,3 0,-11 0,5 1,-14-4,5 0,-5-4,-7-2,-4-1,-9 0,0-1,-1 1,6-1,-11 0,36 0,-14 0,25 0,-4 1,1 1,0 0,12 0,-13-2,9 0,-7 0,16 0,-19 0,-14 0,2 0,30 0,-29 0,0 0,41 0,2 2,3-1,-22 0,14-3,-27-3,6 0,-1-1,-6 0,5 1,-6 0,-2 1,-16 0,-3-1,-8 1,-1 1,-4-1,5-1,0-4,8-1,2-2,8-2,-4 2,5-2,4 4,-6 3,14 1,-13 4,7 0,-24 2,25 2,-15 4,18-1,2 7,-19-5,12 4,-18-4,4 2,-4 0,-4 0,1 1,-2-1,5-1,-3 0,5-2,-6 0,10-1,-4 1,9-2,-5 2,16-4,-10 2,21-4,-20 1,4-2,-18-2,-10 0,-9 1,0-1,5 2,7-3,53 3,1-5,-32 4,-1 1,29-3,-28 3,5 3,3 1,8 2,-15 0,3-2,-24 0,1-2,-10 1,-11-2,22 1,-7-1,41-5,-7-1,26-6,-12 3,6 0,-4 3,-9 2,3 2,-11 0,0-1,-5 3,-5-2,-4 3,-3 0,15 5,-17-2,42 5,-33-4,33 2,-24-1,3-1,-6 1,-3-1,-9-1,-2-2,-7-1,0-1,-3 0,2-2,10 0,0-1,9 2,-4-1,-5 2,2 0,-3 1,16 1,-6-1,11 2,-13-3,-9 0,-15 0,-12 0,3 0,5 2,6-2,6 4,-8-3,-3 1,-6 0,-7-1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5T16:27:43.092"/>
    </inkml:context>
    <inkml:brush xml:id="br0">
      <inkml:brushProperty name="width" value="0.4" units="cm"/>
      <inkml:brushProperty name="height" value="0.8" units="cm"/>
      <inkml:brushProperty name="color" value="#0069AF"/>
      <inkml:brushProperty name="transparency" value="178"/>
      <inkml:brushProperty name="tip" value="rectangle"/>
      <inkml:brushProperty name="rasterOp" value="maskPen"/>
    </inkml:brush>
  </inkml:definitions>
  <inkml:trace contextRef="#ctx0" brushRef="#br0">0 56,'70'5,"-16"-2,-18-1,-11-2,19 0,-10 0,6 1,-3 0,3 1,-4 0,2-1,-3 1,2-1,1 0,-3 2,1-3,-10 2,-3-2,-1 0,3 0,6 0,0 0,1 0,0 0,5 0,1 0,3 0,-1-2,0-1,2 0,-5 0,1 1,-1 0,-7-2,8 0,-6 0,8 0,1 2,7-2,-3 0,6-3,-9-1,-2 1,-5 0,-4 4,-5 0,-4 3,-1-3,9 2,5 0,3 2,-2 2,1 2,3 2,-1 1,5 3,-10-2,1 0,-8 0,-6-3,-2-2,0-2,3-2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5T16:06:09.367"/>
    </inkml:context>
    <inkml:brush xml:id="br0">
      <inkml:brushProperty name="width" value="0.5" units="cm"/>
      <inkml:brushProperty name="height" value="1" units="cm"/>
      <inkml:brushProperty name="color" value="#FF2500"/>
      <inkml:brushProperty name="transparency" value="178"/>
      <inkml:brushProperty name="tip" value="rectangle"/>
      <inkml:brushProperty name="rasterOp" value="maskPen"/>
    </inkml:brush>
  </inkml:definitions>
  <inkml:trace contextRef="#ctx0" brushRef="#br0">65 0,'79'11,"7"-1,-24 0,12-2,-3-1,0-3,-13-1,-1 0,-11-1,-7-1,-8 0,1-4,-4 2,6-2,2 1,4 1,8 1,6 0,0 0,19 0,-24 0,32-1,-27 0,24-1,-17-1,9 1,-5 1,-5 1,17 0,-14 0,24 0,-7 0,13 0,1 2,1-1,4 5,-18-1,4 5,-21-3,3 3,-12-5,0 1,-1-2,-12-1,16 2,-16-4,15 1,-15-2,1 0,-7 0,2 1,6 1,-2 2,5 0,-3 0,5 1,-9 0,11 3,-14-3,3 0,-2 0,-1 0,1 0,1 0,-9-1,0-2,-7 2,6-3,-3 3,0-2,4 3,-7 0,3 2,-7 18,-10-7,-3 18,-9-8,2-1,-5 1,1-1,-1 1,-2 3,1 1,-1-4,0 1,0-5,-10 8,2-10,-13 7,2-10,-9 4,1-3,-15 4,15-9,-18 4,13-10,-9 2,-1-4,0-5,-3-2,2-2,-3-5,-3-1,2-1,-5-1,2 3,1 0,-11 1,20 2,-45-6,34 4,-38-4,32 2,-10 4,17-2,-9 3,6-1,2 1,-5 0,-10 1,12 0,-12 1,12 1,2 1,2 0,13 0,-18 3,10-4,-32 2,13-2,-18 0,23 0,-16 0,13 0,14 0,-21 0,32 0,-27 0,20 0,-21 3,14-3,-18 4,13-2,10-1,-14 2,25-2,-10 1,2 2,23-1,-17 2,25-1,-4 0,-5 3,2 0,-2 0,1 0,8-3,-12 1,-2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01:34:14.506"/>
    </inkml:context>
    <inkml:brush xml:id="br0">
      <inkml:brushProperty name="width" value="0.4" units="cm"/>
      <inkml:brushProperty name="height" value="0.8" units="cm"/>
      <inkml:brushProperty name="color" value="#0069AF"/>
      <inkml:brushProperty name="transparency" value="178"/>
      <inkml:brushProperty name="tip" value="rectangle"/>
      <inkml:brushProperty name="rasterOp" value="maskPen"/>
    </inkml:brush>
  </inkml:definitions>
  <inkml:trace contextRef="#ctx0" brushRef="#br0">1 126,'59'-3,"9"-2,-29 1,16-3,-16 3,3-1,-7 0,-2 1,-5 0,-1 0,-3 1,-3 0,2 0,-2 1,5-1,-3 0,6 0,-5 1,3-1,2 2,4-1,2 2,11 0,-3 0,12 0,-6-2,8 1,-8-2,-1 3,-5-2,0 2,-5 0,9 0,-6 0,8 0,-19 0,26-1,-24 1,34-1,-13 1,3-1,5 0,-9 0,8-1,1 2,10-2,-4 0,22-1,-18 1,-26 1,2 0,37 1,-37-1,-2 1,33-1,-3 0,0 1,-12 0,8 1,-15-1,-3 3,-3-3,-3 1,7 0,-10 1,25 1,-20-1,16 3,-9-1,3 3,3-1,-11 0,5 1,-12-3,4 1,-5-3,-6 0,-3-2,-8 0,-1 1,-1-1,6 0,-11 0,34 0,-13 0,22 0,-3 1,1 0,-1 0,12 0,-13-1,10 0,-8 0,16 0,-19 0,-12 0,2 0,28 0,-28 0,2 0,35 0,3 1,3 0,-21 0,14-3,-25 0,5-2,-1 1,-4 0,3 0,-5 0,-2 1,-14-1,-3 0,-7 1,-1 0,-3 0,3-1,1-2,7 0,2-3,7 1,-3-1,3 1,5 1,-6 2,14 0,-14 3,8 0,-22 1,22 1,-13 2,15 1,4 2,-18-1,10 0,-15 0,2 0,-2 0,-5 0,1 1,-1-1,5 0,-3-1,3 0,-4-1,8 0,-2 1,7-2,-5 1,16-2,-10 2,19-3,-18 1,3-2,-14-1,-12 0,-6 1,-1-1,4 2,8-3,47 3,1-4,-30 3,1 1,25-2,-25 1,4 2,3 1,8 1,-14 0,2-2,-21 1,1-1,-10-1,-9 1,20-1,-7 0,38-3,-7 0,23-4,-10 2,5 0,-4 2,-7 0,2 2,-10 0,0-1,-4 2,-5-1,-4 1,-1 1,12 2,-16 0,40 2,-31-2,30 1,-22-1,3 0,-6 0,-2 1,-8-2,-2-1,-6 0,-1-1,-2-1,2 0,8 0,1-1,8 2,-4-1,-4 1,2 0,-3 0,13 2,-3-2,8 2,-11-2,-8 0,-13 0,-12 0,3 0,5 1,5-1,5 2,-7-1,-2 0,-6 0,-6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6T02:31:53.210"/>
    </inkml:context>
    <inkml:brush xml:id="br0">
      <inkml:brushProperty name="width" value="0.4" units="cm"/>
      <inkml:brushProperty name="height" value="0.8" units="cm"/>
      <inkml:brushProperty name="color" value="#0069AF"/>
      <inkml:brushProperty name="transparency" value="178"/>
      <inkml:brushProperty name="tip" value="rectangle"/>
      <inkml:brushProperty name="rasterOp" value="maskPen"/>
    </inkml:brush>
  </inkml:definitions>
  <inkml:trace contextRef="#ctx0" brushRef="#br0">1 126,'49'-3,"7"-2,-23 1,12-3,-13 3,3-1,-6 0,-1 1,-5 0,-1 0,-2 1,-3 0,2 0,-1 1,3-1,-2 0,5 0,-4 1,3-1,1 2,3-1,2 2,9 0,-2 0,9 0,-4-2,6 1,-6-2,-1 3,-5-2,1 2,-5 0,8 0,-5 0,7 0,-16 0,21-1,-19 1,27-1,-10 1,3-1,3 0,-7 0,7-1,0 2,9-2,-3 0,18-1,-16 1,-20 1,1 0,30 1,-30-1,-2 1,28-1,-3 0,0 1,-9 0,5 1,-11-1,-3 3,-3-3,-2 1,6 0,-9 1,21 1,-16-1,13 3,-8-1,3 3,3-1,-10 0,4 1,-9-3,2 1,-3-3,-5 0,-3-2,-7 0,0 1,-1-1,5 0,-9 0,27 0,-9 0,17 0,-2 1,1 0,-2 0,11 0,-11-1,9 0,-8 0,14 0,-15 0,-11 0,2 0,23 0,-23 0,2 0,28 0,3 1,3 0,-18 0,12-3,-21 0,4-2,-1 1,-3 0,3 0,-5 0,-1 1,-12-1,-2 0,-6 1,-1 0,-3 0,3-1,1-2,6 0,1-3,6 1,-2-1,2 1,4 1,-4 2,10 0,-10 3,6 0,-19 1,19 1,-11 2,13 1,3 2,-15-1,8 0,-12 0,1 0,-1 0,-4 0,0 1,0-1,4 0,-3-1,3 0,-3-1,6 0,-2 1,6-2,-3 1,12-2,-8 2,16-3,-15 1,2-2,-11-1,-10 0,-5 1,-1-1,3 2,7-3,39 3,1-4,-25 3,1 1,20-2,-20 1,3 2,3 1,6 1,-11 0,1-2,-17 1,0-1,-7-1,-8 1,16-1,-5 0,31-3,-5 0,18-4,-8 2,5 0,-4 2,-6 0,2 2,-9 0,1-1,-4 2,-4-1,-3 1,-1 1,10 2,-14 0,34 2,-26-2,25 1,-18-1,2 0,-5 0,-1 1,-7-2,-2-1,-4 0,-2-1,-1-1,2 0,6 0,1-1,6 2,-2-1,-4 1,1 0,-2 0,11 2,-2-2,6 2,-9-2,-7 0,-10 0,-11 0,3 0,4 1,5-1,3 2,-5-1,-2 0,-5 0,-5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A7F51-485C-4411-96B4-8DBF10CDD33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9F371-3862-4534-BA58-4E7EFD6CB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04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799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55306" y="4825339"/>
            <a:ext cx="402944" cy="28575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75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C1406DC-BAEC-4717-8F68-46C92F166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005" y="169333"/>
            <a:ext cx="8586245" cy="426763"/>
          </a:xfrm>
          <a:prstGeom prst="rect">
            <a:avLst/>
          </a:prstGeom>
        </p:spPr>
        <p:txBody>
          <a:bodyPr lIns="0" anchor="b"/>
          <a:lstStyle>
            <a:lvl1pPr algn="ctr">
              <a:defRPr lang="en-US" sz="240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028E3363-7137-4431-9927-3AE087A5B2B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72005" y="729205"/>
            <a:ext cx="8586245" cy="3985671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4350" indent="-171450"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buFont typeface="Wingdings" panose="05000000000000000000" pitchFamily="2" charset="2"/>
              <a:buChar char="ü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buFont typeface="Wingdings" panose="05000000000000000000" pitchFamily="2" charset="2"/>
              <a:buChar char="§"/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A19F790-0343-4862-A140-1B409986B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9556" y="4837245"/>
            <a:ext cx="750488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508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55306" y="4825339"/>
            <a:ext cx="402944" cy="28575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75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C1406DC-BAEC-4717-8F68-46C92F166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005" y="169333"/>
            <a:ext cx="8586245" cy="426763"/>
          </a:xfrm>
          <a:prstGeom prst="rect">
            <a:avLst/>
          </a:prstGeom>
        </p:spPr>
        <p:txBody>
          <a:bodyPr lIns="0" anchor="b"/>
          <a:lstStyle>
            <a:lvl1pPr algn="ctr">
              <a:defRPr lang="en-US" sz="240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A19F790-0343-4862-A140-1B409986B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9556" y="4837245"/>
            <a:ext cx="750488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44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589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9" r:id="rId1"/>
    <p:sldLayoutId id="2147484127" r:id="rId2"/>
    <p:sldLayoutId id="2147484128" r:id="rId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image" Target="../media/image12.png"/><Relationship Id="rId10" Type="http://schemas.openxmlformats.org/officeDocument/2006/relationships/customXml" Target="../ink/ink1.xml"/><Relationship Id="rId4" Type="http://schemas.openxmlformats.org/officeDocument/2006/relationships/image" Target="../media/image2.emf"/><Relationship Id="rId9" Type="http://schemas.openxmlformats.org/officeDocument/2006/relationships/image" Target="../media/image4.png"/><Relationship Id="rId1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3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27.emf"/><Relationship Id="rId7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mplicit-layers-tutorial.org/differentiable_optimization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0.e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SciML-L4DC2026/SciML-L4DC2026/blob/main/notebooks/L2O/Example_1_DC3/Example_1_DC3.ipynb" TargetMode="External"/><Relationship Id="rId7" Type="http://schemas.openxmlformats.org/officeDocument/2006/relationships/image" Target="../media/image1.png"/><Relationship Id="rId2" Type="http://schemas.openxmlformats.org/officeDocument/2006/relationships/hyperlink" Target="https://github.com/pnnl/neuromanc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iml-l4dc2026.github.io/SciML-L4DC2026" TargetMode="Externa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36.emf"/><Relationship Id="rId3" Type="http://schemas.openxmlformats.org/officeDocument/2006/relationships/image" Target="../media/image34.emf"/><Relationship Id="rId7" Type="http://schemas.openxmlformats.org/officeDocument/2006/relationships/image" Target="../media/image43.png"/><Relationship Id="rId12" Type="http://schemas.openxmlformats.org/officeDocument/2006/relationships/image" Target="../media/image39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37.png"/><Relationship Id="rId5" Type="http://schemas.openxmlformats.org/officeDocument/2006/relationships/image" Target="../media/image41.png"/><Relationship Id="rId10" Type="http://schemas.openxmlformats.org/officeDocument/2006/relationships/customXml" Target="../ink/ink4.xml"/><Relationship Id="rId4" Type="http://schemas.openxmlformats.org/officeDocument/2006/relationships/image" Target="../media/image35.emf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emf"/><Relationship Id="rId7" Type="http://schemas.openxmlformats.org/officeDocument/2006/relationships/customXml" Target="../ink/ink5.xml"/><Relationship Id="rId12" Type="http://schemas.openxmlformats.org/officeDocument/2006/relationships/image" Target="../media/image43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11" Type="http://schemas.openxmlformats.org/officeDocument/2006/relationships/image" Target="../media/image42.emf"/><Relationship Id="rId5" Type="http://schemas.openxmlformats.org/officeDocument/2006/relationships/image" Target="../media/image40.emf"/><Relationship Id="rId10" Type="http://schemas.openxmlformats.org/officeDocument/2006/relationships/image" Target="../media/image47.png"/><Relationship Id="rId4" Type="http://schemas.openxmlformats.org/officeDocument/2006/relationships/image" Target="../media/image39.emf"/><Relationship Id="rId9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colab.research.google.com/github/SciML-L4DC2026/SciML-L4DC2026/blob/main/notebooks/L2O/Example_2_HUANet/HUANet_entropy.ipyn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imlxplore.nxtlab.org/" TargetMode="External"/><Relationship Id="rId2" Type="http://schemas.openxmlformats.org/officeDocument/2006/relationships/hyperlink" Target="https://github.com/pnnl/neuromancer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hyperlink" Target="https://nxtlab.org/" TargetMode="External"/><Relationship Id="rId4" Type="http://schemas.openxmlformats.org/officeDocument/2006/relationships/hyperlink" Target="mailto:nxt@ucf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3D36-E1F0-648A-8920-F0C4EFAB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EBE55E5-6A9E-A71A-9228-58FB379F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59" y="1959348"/>
            <a:ext cx="7613803" cy="612402"/>
          </a:xfrm>
        </p:spPr>
        <p:txBody>
          <a:bodyPr lIns="0" tIns="45720" rIns="91440" bIns="45720" anchor="b">
            <a:noAutofit/>
          </a:bodyPr>
          <a:lstStyle/>
          <a:p>
            <a:pPr algn="ctr"/>
            <a:r>
              <a:rPr lang="en-US" sz="2800" dirty="0" err="1">
                <a:latin typeface="Arial"/>
                <a:ea typeface="Calibri" panose="020F0502020204030204" pitchFamily="34" charset="0"/>
                <a:cs typeface="Arial"/>
              </a:rPr>
              <a:t>SciML</a:t>
            </a:r>
            <a:r>
              <a:rPr lang="en-US" sz="2800" dirty="0">
                <a:latin typeface="Arial"/>
                <a:ea typeface="Calibri" panose="020F0502020204030204" pitchFamily="34" charset="0"/>
                <a:cs typeface="Arial"/>
              </a:rPr>
              <a:t> Tutorial: Learning to Optimize (L2O)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819C84-E368-CDD5-FAA7-0A61736CB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011851-011C-55AE-9080-4152EA9C36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" r="891"/>
          <a:stretch/>
        </p:blipFill>
        <p:spPr>
          <a:xfrm>
            <a:off x="1502021" y="419252"/>
            <a:ext cx="6139958" cy="1389182"/>
          </a:xfrm>
          <a:prstGeom prst="rect">
            <a:avLst/>
          </a:prstGeom>
        </p:spPr>
      </p:pic>
      <p:sp>
        <p:nvSpPr>
          <p:cNvPr id="4" name="Lecture Title">
            <a:extLst>
              <a:ext uri="{FF2B5EF4-FFF2-40B4-BE49-F238E27FC236}">
                <a16:creationId xmlns:a16="http://schemas.microsoft.com/office/drawing/2014/main" id="{ED5B66AF-3482-EC28-A78B-51AD541B28F9}"/>
              </a:ext>
            </a:extLst>
          </p:cNvPr>
          <p:cNvSpPr txBox="1">
            <a:spLocks/>
          </p:cNvSpPr>
          <p:nvPr/>
        </p:nvSpPr>
        <p:spPr>
          <a:xfrm>
            <a:off x="924947" y="2832958"/>
            <a:ext cx="7456915" cy="165195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Truong X. Nghiem</a:t>
            </a:r>
          </a:p>
          <a:p>
            <a:pPr marL="0" indent="0" fontAlgn="t">
              <a:spcBef>
                <a:spcPts val="150"/>
              </a:spcBef>
              <a:buNone/>
            </a:pPr>
            <a:r>
              <a:rPr lang="en-US" sz="1400" dirty="0">
                <a:latin typeface="Arial"/>
                <a:cs typeface="Arial"/>
              </a:rPr>
              <a:t>Associate Professor </a:t>
            </a:r>
            <a:br>
              <a:rPr lang="en-US" sz="1400" dirty="0">
                <a:latin typeface="Arial"/>
                <a:cs typeface="Arial"/>
              </a:rPr>
            </a:br>
            <a:r>
              <a:rPr lang="en-US" sz="1400" dirty="0">
                <a:latin typeface="Arial"/>
                <a:cs typeface="Arial"/>
              </a:rPr>
              <a:t>Department of Electrical and Computer Engineering</a:t>
            </a:r>
          </a:p>
          <a:p>
            <a:pPr marL="0" indent="0" fontAlgn="t">
              <a:spcBef>
                <a:spcPts val="150"/>
              </a:spcBef>
              <a:buNone/>
            </a:pPr>
            <a:r>
              <a:rPr lang="en-US" sz="1400" dirty="0">
                <a:latin typeface="Arial"/>
                <a:cs typeface="Arial"/>
              </a:rPr>
              <a:t>Department of Computer Science (secondary)</a:t>
            </a:r>
          </a:p>
          <a:p>
            <a:pPr marL="0" indent="0" fontAlgn="t">
              <a:spcBef>
                <a:spcPts val="150"/>
              </a:spcBef>
              <a:buNone/>
            </a:pPr>
            <a:r>
              <a:rPr lang="en-US" sz="1400" dirty="0">
                <a:latin typeface="Arial"/>
                <a:cs typeface="Arial"/>
              </a:rPr>
              <a:t>School of Modeling, Simulation, and Training (secondary)</a:t>
            </a:r>
          </a:p>
          <a:p>
            <a:pPr marL="0" indent="0" fontAlgn="t">
              <a:spcBef>
                <a:spcPts val="150"/>
              </a:spcBef>
              <a:buNone/>
            </a:pPr>
            <a:r>
              <a:rPr lang="en-US" sz="1400" dirty="0">
                <a:latin typeface="Arial"/>
                <a:cs typeface="Arial"/>
              </a:rPr>
              <a:t>College of Engineering and Computer Science</a:t>
            </a:r>
            <a:br>
              <a:rPr lang="en-US" sz="1400" dirty="0">
                <a:latin typeface="Arial"/>
                <a:cs typeface="Arial"/>
              </a:rPr>
            </a:br>
            <a:r>
              <a:rPr lang="en-US" sz="1400" dirty="0">
                <a:latin typeface="Arial"/>
                <a:cs typeface="Arial"/>
              </a:rPr>
              <a:t>University of Central Florida</a:t>
            </a:r>
          </a:p>
        </p:txBody>
      </p:sp>
      <p:sp>
        <p:nvSpPr>
          <p:cNvPr id="5" name="Lecture Title">
            <a:extLst>
              <a:ext uri="{FF2B5EF4-FFF2-40B4-BE49-F238E27FC236}">
                <a16:creationId xmlns:a16="http://schemas.microsoft.com/office/drawing/2014/main" id="{9FA64201-0A61-FD47-3BEE-1D3A23D72ABA}"/>
              </a:ext>
            </a:extLst>
          </p:cNvPr>
          <p:cNvSpPr txBox="1">
            <a:spLocks/>
          </p:cNvSpPr>
          <p:nvPr/>
        </p:nvSpPr>
        <p:spPr>
          <a:xfrm>
            <a:off x="924947" y="4572000"/>
            <a:ext cx="7613803" cy="430533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t">
              <a:spcBef>
                <a:spcPts val="150"/>
              </a:spcBef>
              <a:buNone/>
            </a:pPr>
            <a:r>
              <a:rPr lang="en-US" sz="1200" dirty="0">
                <a:latin typeface="Arial"/>
                <a:cs typeface="Arial"/>
              </a:rPr>
              <a:t>8th Annual Learning for Dynamics &amp; Control Conference </a:t>
            </a:r>
            <a:br>
              <a:rPr lang="en-US" sz="1200" dirty="0">
                <a:latin typeface="Arial"/>
                <a:cs typeface="Arial"/>
              </a:rPr>
            </a:br>
            <a:r>
              <a:rPr lang="en-US" sz="1200" dirty="0">
                <a:latin typeface="Arial"/>
                <a:cs typeface="Arial"/>
              </a:rPr>
              <a:t>University of Southern California, June 17</a:t>
            </a:r>
          </a:p>
        </p:txBody>
      </p:sp>
    </p:spTree>
    <p:extLst>
      <p:ext uri="{BB962C8B-B14F-4D97-AF65-F5344CB8AC3E}">
        <p14:creationId xmlns:p14="http://schemas.microsoft.com/office/powerpoint/2010/main" val="121638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A9A8C2-4797-6B68-01EF-2EBA22634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B6275D-197F-F8AA-0650-3C2DFB47B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D9279-0AED-E30C-3F5A-FE6CD8F4D456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tutorial will show …</a:t>
            </a:r>
          </a:p>
          <a:p>
            <a:r>
              <a:rPr lang="en-US" dirty="0"/>
              <a:t>What is Learning to Optimize (L2O)? What problem does it solve?</a:t>
            </a:r>
          </a:p>
          <a:p>
            <a:r>
              <a:rPr lang="en-US" dirty="0"/>
              <a:t>What are major L2O approaches?</a:t>
            </a:r>
          </a:p>
          <a:p>
            <a:r>
              <a:rPr lang="en-US" dirty="0"/>
              <a:t>Some L2O methods</a:t>
            </a:r>
          </a:p>
          <a:p>
            <a:r>
              <a:rPr lang="en-US" dirty="0"/>
              <a:t>Demonstrations of two L2O methods for real optimization examples, using Neuromancer and JAX</a:t>
            </a:r>
          </a:p>
        </p:txBody>
      </p:sp>
    </p:spTree>
    <p:extLst>
      <p:ext uri="{BB962C8B-B14F-4D97-AF65-F5344CB8AC3E}">
        <p14:creationId xmlns:p14="http://schemas.microsoft.com/office/powerpoint/2010/main" val="1207940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00271A-F8CC-EF2E-8C3A-01DC986A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0B30AF-18B8-EC53-2F81-475148F10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L2O learns to solve parametric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7078959-DEB8-EA6A-323B-F922585B3DE7}"/>
                  </a:ext>
                </a:extLst>
              </p:cNvPr>
              <p:cNvSpPr>
                <a:spLocks noGrp="1"/>
              </p:cNvSpPr>
              <p:nvPr>
                <p:ph sz="quarter" idx="20"/>
              </p:nvPr>
            </p:nvSpPr>
            <p:spPr>
              <a:xfrm>
                <a:off x="272005" y="729206"/>
                <a:ext cx="8586245" cy="171576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Parametric constrained optimization problem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spcBef>
                    <a:spcPts val="1350"/>
                  </a:spcBef>
                  <a:buNone/>
                </a:pPr>
                <a:r>
                  <a:rPr lang="en-US" dirty="0"/>
                  <a:t>Problem can be convex, non-convex, smooth, non-smooth, continuous, discrete, etc.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7078959-DEB8-EA6A-323B-F922585B3D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0"/>
              </p:nvPr>
            </p:nvSpPr>
            <p:spPr>
              <a:xfrm>
                <a:off x="272005" y="729206"/>
                <a:ext cx="8586245" cy="1715760"/>
              </a:xfrm>
              <a:blipFill>
                <a:blip r:embed="rId2"/>
                <a:stretch>
                  <a:fillRect l="-295" t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4550F5-8570-E503-1695-BEB496A2BBB3}"/>
                  </a:ext>
                </a:extLst>
              </p:cNvPr>
              <p:cNvSpPr txBox="1"/>
              <p:nvPr/>
            </p:nvSpPr>
            <p:spPr>
              <a:xfrm>
                <a:off x="403514" y="1297423"/>
                <a:ext cx="267111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sz="16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Ξ</m:t>
                    </m:r>
                  </m:oMath>
                </a14:m>
                <a:r>
                  <a:rPr lang="en-US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instance parameter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4550F5-8570-E503-1695-BEB496A2B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14" y="1297423"/>
                <a:ext cx="2671116" cy="338554"/>
              </a:xfrm>
              <a:prstGeom prst="rect">
                <a:avLst/>
              </a:prstGeom>
              <a:blipFill>
                <a:blip r:embed="rId3"/>
                <a:stretch>
                  <a:fillRect t="-7407" r="-474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17BA9C5-A72C-2B97-4580-21B1AC695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6961" y="1026096"/>
            <a:ext cx="1950078" cy="881208"/>
          </a:xfrm>
          <a:prstGeom prst="rect">
            <a:avLst/>
          </a:prstGeom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86D5BF-1983-5EF6-2D9A-9C87E14BC9F6}"/>
              </a:ext>
            </a:extLst>
          </p:cNvPr>
          <p:cNvSpPr txBox="1"/>
          <p:nvPr/>
        </p:nvSpPr>
        <p:spPr>
          <a:xfrm>
            <a:off x="6569917" y="1097368"/>
            <a:ext cx="22507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Many applications in control, planning, scheduling, etc.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695424-604C-7073-DDF1-7891E6A92854}"/>
              </a:ext>
            </a:extLst>
          </p:cNvPr>
          <p:cNvCxnSpPr>
            <a:stCxn id="6" idx="3"/>
          </p:cNvCxnSpPr>
          <p:nvPr/>
        </p:nvCxnSpPr>
        <p:spPr>
          <a:xfrm>
            <a:off x="3074630" y="1466700"/>
            <a:ext cx="42434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897862-2625-CA87-171B-F2480C1FFAB4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5900250" y="1466700"/>
            <a:ext cx="66966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FB7716E-AB76-8A37-286B-52B18689E701}"/>
              </a:ext>
            </a:extLst>
          </p:cNvPr>
          <p:cNvGrpSpPr/>
          <p:nvPr/>
        </p:nvGrpSpPr>
        <p:grpSpPr>
          <a:xfrm>
            <a:off x="272002" y="2429526"/>
            <a:ext cx="8586245" cy="866286"/>
            <a:chOff x="272002" y="2429526"/>
            <a:chExt cx="8586245" cy="8662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3B46D335-689F-F78F-BE5F-F5F87F97D4A8}"/>
                    </a:ext>
                  </a:extLst>
                </p:cNvPr>
                <p:cNvSpPr/>
                <p:nvPr/>
              </p:nvSpPr>
              <p:spPr>
                <a:xfrm>
                  <a:off x="3874537" y="2835750"/>
                  <a:ext cx="1292290" cy="46006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Solve 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3B46D335-689F-F78F-BE5F-F5F87F97D4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4537" y="2835750"/>
                  <a:ext cx="1292290" cy="460062"/>
                </a:xfrm>
                <a:prstGeom prst="rect">
                  <a:avLst/>
                </a:prstGeom>
                <a:blipFill>
                  <a:blip r:embed="rId5"/>
                  <a:stretch>
                    <a:fillRect b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10609B5-435B-85D1-3FBE-BEACC21C1E08}"/>
                    </a:ext>
                  </a:extLst>
                </p:cNvPr>
                <p:cNvSpPr txBox="1"/>
                <p:nvPr/>
              </p:nvSpPr>
              <p:spPr>
                <a:xfrm>
                  <a:off x="3037114" y="2896503"/>
                  <a:ext cx="34095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10609B5-435B-85D1-3FBE-BEACC21C1E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7114" y="2896503"/>
                  <a:ext cx="340955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E118D04-60B2-4AC5-BF5A-841AB565A876}"/>
                </a:ext>
              </a:extLst>
            </p:cNvPr>
            <p:cNvCxnSpPr>
              <a:cxnSpLocks/>
              <a:stCxn id="16" idx="3"/>
              <a:endCxn id="15" idx="1"/>
            </p:cNvCxnSpPr>
            <p:nvPr/>
          </p:nvCxnSpPr>
          <p:spPr>
            <a:xfrm>
              <a:off x="3378069" y="3065780"/>
              <a:ext cx="496468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19512C5-F18E-4A9A-E377-8EEF9B53B8A4}"/>
                    </a:ext>
                  </a:extLst>
                </p:cNvPr>
                <p:cNvSpPr txBox="1"/>
                <p:nvPr/>
              </p:nvSpPr>
              <p:spPr>
                <a:xfrm>
                  <a:off x="5660182" y="2896503"/>
                  <a:ext cx="34095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⋆</m:t>
                            </m:r>
                          </m:sup>
                        </m:sSup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19512C5-F18E-4A9A-E377-8EEF9B53B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0182" y="2896503"/>
                  <a:ext cx="340955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30882B6-74A4-D4DE-8460-E767502713F5}"/>
                </a:ext>
              </a:extLst>
            </p:cNvPr>
            <p:cNvCxnSpPr>
              <a:cxnSpLocks/>
              <a:stCxn id="15" idx="3"/>
              <a:endCxn id="20" idx="1"/>
            </p:cNvCxnSpPr>
            <p:nvPr/>
          </p:nvCxnSpPr>
          <p:spPr>
            <a:xfrm flipV="1">
              <a:off x="5166827" y="3065780"/>
              <a:ext cx="493355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ontent Placeholder 3">
                  <a:extLst>
                    <a:ext uri="{FF2B5EF4-FFF2-40B4-BE49-F238E27FC236}">
                      <a16:creationId xmlns:a16="http://schemas.microsoft.com/office/drawing/2014/main" id="{2D4593FB-56A0-8F79-E91C-5CE227DC29A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2002" y="2429526"/>
                  <a:ext cx="8586245" cy="609168"/>
                </a:xfrm>
                <a:prstGeom prst="rect">
                  <a:avLst/>
                </a:prstGeom>
              </p:spPr>
              <p:txBody>
                <a:bodyPr/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Wingdings" panose="05000000000000000000" pitchFamily="2" charset="2"/>
                    <a:buChar char="§"/>
                    <a:defRPr sz="16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Wingdings" panose="05000000000000000000" pitchFamily="2" charset="2"/>
                    <a:buChar char="ü"/>
                    <a:defRPr sz="1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Wingdings" panose="05000000000000000000" pitchFamily="2" charset="2"/>
                    <a:buChar char="§"/>
                    <a:defRPr sz="105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:r>
                    <a:rPr lang="en-US" sz="1400" dirty="0"/>
                    <a:t>Solving </a:t>
                  </a:r>
                  <a14:m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400" dirty="0"/>
                    <a:t> for an optimal solution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⋆</m:t>
                          </m:r>
                        </m:sup>
                      </m:sSup>
                    </m:oMath>
                  </a14:m>
                  <a:r>
                    <a:rPr lang="en-US" sz="1400" dirty="0"/>
                    <a:t> is essentially a mapping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⋆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Ξ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a14:m>
                  <a:r>
                    <a:rPr lang="en-US" sz="1400" dirty="0"/>
                    <a:t> that maps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</m:oMath>
                  </a14:m>
                  <a:r>
                    <a:rPr lang="en-US" sz="1400" dirty="0"/>
                    <a:t> to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⋆</m:t>
                          </m:r>
                        </m:sup>
                      </m:sSup>
                    </m:oMath>
                  </a14:m>
                  <a:r>
                    <a:rPr lang="en-US" sz="1400" dirty="0"/>
                    <a:t> </a:t>
                  </a:r>
                </a:p>
              </p:txBody>
            </p:sp>
          </mc:Choice>
          <mc:Fallback xmlns="">
            <p:sp>
              <p:nvSpPr>
                <p:cNvPr id="41" name="Content Placeholder 3">
                  <a:extLst>
                    <a:ext uri="{FF2B5EF4-FFF2-40B4-BE49-F238E27FC236}">
                      <a16:creationId xmlns:a16="http://schemas.microsoft.com/office/drawing/2014/main" id="{2D4593FB-56A0-8F79-E91C-5CE227DC29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002" y="2429526"/>
                  <a:ext cx="8586245" cy="609168"/>
                </a:xfrm>
                <a:prstGeom prst="rect">
                  <a:avLst/>
                </a:prstGeom>
                <a:blipFill>
                  <a:blip r:embed="rId8"/>
                  <a:stretch>
                    <a:fillRect l="-295" t="-61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ontent Placeholder 3">
                <a:extLst>
                  <a:ext uri="{FF2B5EF4-FFF2-40B4-BE49-F238E27FC236}">
                    <a16:creationId xmlns:a16="http://schemas.microsoft.com/office/drawing/2014/main" id="{8FE90381-20A3-C0E5-6A5C-B498B1271C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2002" y="3541937"/>
                <a:ext cx="8586245" cy="1150933"/>
              </a:xfrm>
              <a:prstGeom prst="rect">
                <a:avLst/>
              </a:prstGeom>
            </p:spPr>
            <p:txBody>
              <a:bodyPr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Wingdings" panose="05000000000000000000" pitchFamily="2" charset="2"/>
                  <a:buChar char="§"/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Wingdings" panose="05000000000000000000" pitchFamily="2" charset="2"/>
                  <a:buChar char="ü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Wingdings" panose="05000000000000000000" pitchFamily="2" charset="2"/>
                  <a:buChar char="§"/>
                  <a:defRPr sz="105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400" dirty="0"/>
                  <a:t>L2O accelerates solving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– computing the solution mapping.</a:t>
                </a:r>
              </a:p>
              <a:p>
                <a:pPr marL="0" indent="0">
                  <a:buNone/>
                </a:pPr>
                <a:r>
                  <a:rPr lang="en-US" sz="1400" dirty="0"/>
                  <a:t>Two main ways:</a:t>
                </a:r>
              </a:p>
              <a:p>
                <a:r>
                  <a:rPr lang="en-US" sz="1400" dirty="0"/>
                  <a:t>Learn to enhance existing solvers: warm-start, active constraints, penalty parameters, …</a:t>
                </a:r>
              </a:p>
              <a:p>
                <a:r>
                  <a:rPr lang="en-US" sz="1400" dirty="0"/>
                  <a:t>Learn the mapping to predict solution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⋆</m:t>
                        </m:r>
                      </m:sup>
                    </m:sSup>
                  </m:oMath>
                </a14:m>
                <a:r>
                  <a:rPr lang="en-US" sz="1400" dirty="0"/>
                  <a:t> directly from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42" name="Content Placeholder 3">
                <a:extLst>
                  <a:ext uri="{FF2B5EF4-FFF2-40B4-BE49-F238E27FC236}">
                    <a16:creationId xmlns:a16="http://schemas.microsoft.com/office/drawing/2014/main" id="{8FE90381-20A3-C0E5-6A5C-B498B1271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02" y="3541937"/>
                <a:ext cx="8586245" cy="1150933"/>
              </a:xfrm>
              <a:prstGeom prst="rect">
                <a:avLst/>
              </a:prstGeom>
              <a:blipFill>
                <a:blip r:embed="rId9"/>
                <a:stretch>
                  <a:fillRect l="-295" t="-21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539338F-4EC2-1867-DD73-6FF9290616FF}"/>
                  </a:ext>
                </a:extLst>
              </p14:cNvPr>
              <p14:cNvContentPartPr/>
              <p14:nvPr/>
            </p14:nvContentPartPr>
            <p14:xfrm>
              <a:off x="581010" y="4514215"/>
              <a:ext cx="4271040" cy="795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539338F-4EC2-1867-DD73-6FF9290616F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9010" y="4370215"/>
                <a:ext cx="441468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846DE36-04A0-2DC5-C961-84FF68FD2BC8}"/>
                  </a:ext>
                </a:extLst>
              </p14:cNvPr>
              <p14:cNvContentPartPr/>
              <p14:nvPr/>
            </p14:nvContentPartPr>
            <p14:xfrm>
              <a:off x="5092891" y="2108498"/>
              <a:ext cx="801360" cy="298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846DE36-04A0-2DC5-C961-84FF68FD2BC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20891" y="1964858"/>
                <a:ext cx="945000" cy="31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62EB3076-1266-4278-ADAE-666CB312064D}"/>
              </a:ext>
            </a:extLst>
          </p:cNvPr>
          <p:cNvGrpSpPr/>
          <p:nvPr/>
        </p:nvGrpSpPr>
        <p:grpSpPr>
          <a:xfrm>
            <a:off x="3811996" y="2901824"/>
            <a:ext cx="4760151" cy="739956"/>
            <a:chOff x="3863314" y="3462098"/>
            <a:chExt cx="4760151" cy="73995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8095925-93D4-4B84-F103-BE86709340A1}"/>
                    </a:ext>
                  </a:extLst>
                </p14:cNvPr>
                <p14:cNvContentPartPr/>
                <p14:nvPr/>
              </p14:nvContentPartPr>
              <p14:xfrm>
                <a:off x="3863314" y="3462098"/>
                <a:ext cx="1434960" cy="287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8095925-93D4-4B84-F103-BE86709340A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73674" y="3282098"/>
                  <a:ext cx="1614600" cy="6469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57CA321-8205-5266-5E09-D40E2FD3DD1D}"/>
                </a:ext>
              </a:extLst>
            </p:cNvPr>
            <p:cNvSpPr/>
            <p:nvPr/>
          </p:nvSpPr>
          <p:spPr>
            <a:xfrm>
              <a:off x="6142687" y="3675505"/>
              <a:ext cx="2480778" cy="52654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Often computationally expensive, esp. for time-critical applications</a:t>
              </a:r>
            </a:p>
          </p:txBody>
        </p:sp>
        <p:cxnSp>
          <p:nvCxnSpPr>
            <p:cNvPr id="39" name="Curved Connector 38">
              <a:extLst>
                <a:ext uri="{FF2B5EF4-FFF2-40B4-BE49-F238E27FC236}">
                  <a16:creationId xmlns:a16="http://schemas.microsoft.com/office/drawing/2014/main" id="{E0FC57AF-1F2D-80B4-52FB-4D6151DFC553}"/>
                </a:ext>
              </a:extLst>
            </p:cNvPr>
            <p:cNvCxnSpPr>
              <a:cxnSpLocks/>
              <a:stCxn id="37" idx="1"/>
            </p:cNvCxnSpPr>
            <p:nvPr/>
          </p:nvCxnSpPr>
          <p:spPr>
            <a:xfrm rot="10800000">
              <a:off x="5388507" y="3749378"/>
              <a:ext cx="754181" cy="189402"/>
            </a:xfrm>
            <a:prstGeom prst="curvedConnector3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003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57B1BB-6EDC-AB0D-9900-C8C45FD4F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560589-64D8-F217-3098-1D8D5BAEB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L2O learn to solve?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5F0D9A4-A44D-9C68-BF43-49C65C075E01}"/>
                  </a:ext>
                </a:extLst>
              </p:cNvPr>
              <p:cNvSpPr>
                <a:spLocks noGrp="1"/>
              </p:cNvSpPr>
              <p:nvPr>
                <p:ph sz="quarter" idx="20"/>
              </p:nvPr>
            </p:nvSpPr>
            <p:spPr>
              <a:xfrm>
                <a:off x="272005" y="644324"/>
                <a:ext cx="8586245" cy="107160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Objective:</a:t>
                </a:r>
                <a:r>
                  <a:rPr lang="en-US" dirty="0"/>
                  <a:t> Approximate true solution mapping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⋆</m:t>
                        </m:r>
                      </m:sup>
                    </m:sSup>
                  </m:oMath>
                </a14:m>
                <a:r>
                  <a:rPr lang="en-US" dirty="0"/>
                  <a:t> with parameterized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dirty="0"/>
                  <a:t> such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⋆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⋆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  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Ξ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while satisfying feasibility constraints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5F0D9A4-A44D-9C68-BF43-49C65C075E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0"/>
              </p:nvPr>
            </p:nvSpPr>
            <p:spPr>
              <a:xfrm>
                <a:off x="272005" y="644324"/>
                <a:ext cx="8586245" cy="1071603"/>
              </a:xfrm>
              <a:blipFill>
                <a:blip r:embed="rId2"/>
                <a:stretch>
                  <a:fillRect l="-295" t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1CAF496E-2080-DD7D-FD90-2B99379FB890}"/>
              </a:ext>
            </a:extLst>
          </p:cNvPr>
          <p:cNvGrpSpPr/>
          <p:nvPr/>
        </p:nvGrpSpPr>
        <p:grpSpPr>
          <a:xfrm>
            <a:off x="245578" y="2571749"/>
            <a:ext cx="8576207" cy="1222867"/>
            <a:chOff x="245578" y="2571749"/>
            <a:chExt cx="8576207" cy="1222867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29A871B1-C728-FFE6-E6B2-73A82436DCE2}"/>
                </a:ext>
              </a:extLst>
            </p:cNvPr>
            <p:cNvGrpSpPr/>
            <p:nvPr/>
          </p:nvGrpSpPr>
          <p:grpSpPr>
            <a:xfrm>
              <a:off x="285750" y="2597370"/>
              <a:ext cx="8237085" cy="1097061"/>
              <a:chOff x="265891" y="3041066"/>
              <a:chExt cx="8237085" cy="109706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Content Placeholder 3">
                    <a:extLst>
                      <a:ext uri="{FF2B5EF4-FFF2-40B4-BE49-F238E27FC236}">
                        <a16:creationId xmlns:a16="http://schemas.microsoft.com/office/drawing/2014/main" id="{0A6AE62E-2B81-2463-8AE9-069F03B956E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65891" y="3115762"/>
                    <a:ext cx="4044561" cy="1022365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1714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Char char="•"/>
                      <a:defRPr sz="14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5143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Wingdings" panose="05000000000000000000" pitchFamily="2" charset="2"/>
                      <a:buChar char="§"/>
                      <a:defRPr sz="12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8572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Wingdings" panose="05000000000000000000" pitchFamily="2" charset="2"/>
                      <a:buChar char="ü"/>
                      <a:defRPr sz="11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2001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05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15430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Wingdings" panose="05000000000000000000" pitchFamily="2" charset="2"/>
                      <a:buChar char="§"/>
                      <a:defRPr sz="9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>
                      <a:buFont typeface="Arial" panose="020B0604020202020204" pitchFamily="34" charset="0"/>
                      <a:buNone/>
                    </a:pPr>
                    <a:r>
                      <a:rPr lang="en-US" b="1" dirty="0"/>
                      <a:t>Unrolled optimizer:</a:t>
                    </a:r>
                  </a:p>
                  <a:p>
                    <a:pPr marL="0" indent="0">
                      <a:buNone/>
                    </a:pPr>
                    <a:r>
                      <a:rPr lang="en-US" dirty="0"/>
                      <a:t>Solvers are typically iterative (PGD, ADMM,…). Policy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↦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oMath>
                    </a14:m>
                    <a:r>
                      <a:rPr lang="en-US" dirty="0"/>
                      <a:t> approximates the iteration update or an expensive part of it.</a:t>
                    </a:r>
                  </a:p>
                </p:txBody>
              </p:sp>
            </mc:Choice>
            <mc:Fallback xmlns="">
              <p:sp>
                <p:nvSpPr>
                  <p:cNvPr id="10" name="Content Placeholder 3">
                    <a:extLst>
                      <a:ext uri="{FF2B5EF4-FFF2-40B4-BE49-F238E27FC236}">
                        <a16:creationId xmlns:a16="http://schemas.microsoft.com/office/drawing/2014/main" id="{0A6AE62E-2B81-2463-8AE9-069F03B956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5891" y="3115762"/>
                    <a:ext cx="4044561" cy="10223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13" t="-3704" b="-12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57682CCF-5C73-0BDB-27FD-A4075DD630A6}"/>
                  </a:ext>
                </a:extLst>
              </p:cNvPr>
              <p:cNvGrpSpPr/>
              <p:nvPr/>
            </p:nvGrpSpPr>
            <p:grpSpPr>
              <a:xfrm>
                <a:off x="4565127" y="3041066"/>
                <a:ext cx="3937849" cy="1078643"/>
                <a:chOff x="4404049" y="3410732"/>
                <a:chExt cx="3937849" cy="1078643"/>
              </a:xfrm>
            </p:grpSpPr>
            <p:sp>
              <p:nvSpPr>
                <p:cNvPr id="11" name="Rounded Rectangle 10">
                  <a:extLst>
                    <a:ext uri="{FF2B5EF4-FFF2-40B4-BE49-F238E27FC236}">
                      <a16:creationId xmlns:a16="http://schemas.microsoft.com/office/drawing/2014/main" id="{25A439FC-063D-776C-8DF9-70181BEEC55D}"/>
                    </a:ext>
                  </a:extLst>
                </p:cNvPr>
                <p:cNvSpPr/>
                <p:nvPr/>
              </p:nvSpPr>
              <p:spPr>
                <a:xfrm>
                  <a:off x="5171107" y="3485689"/>
                  <a:ext cx="895739" cy="503854"/>
                </a:xfrm>
                <a:prstGeom prst="roundRect">
                  <a:avLst/>
                </a:prstGeom>
                <a:solidFill>
                  <a:srgbClr val="00B050">
                    <a:alpha val="76000"/>
                  </a:srgbClr>
                </a:solid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Iteration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AECED0E0-8C86-48F0-1C68-97C42BE5D7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04049" y="3485428"/>
                      <a:ext cx="26358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AECED0E0-8C86-48F0-1C68-97C42BE5D76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04049" y="3485428"/>
                      <a:ext cx="263588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9091" r="-9091" b="-3478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013F13EF-C3D7-15E4-5150-02A72B9B90A1}"/>
                    </a:ext>
                  </a:extLst>
                </p:cNvPr>
                <p:cNvCxnSpPr>
                  <a:cxnSpLocks/>
                  <a:stCxn id="13" idx="3"/>
                </p:cNvCxnSpPr>
                <p:nvPr/>
              </p:nvCxnSpPr>
              <p:spPr>
                <a:xfrm>
                  <a:off x="4667637" y="3623928"/>
                  <a:ext cx="491607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E18FA863-D05B-F47E-774A-6725138B29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71894" y="3728285"/>
                  <a:ext cx="498422" cy="325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900D9773-5261-1509-1C68-A55598BF04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39844" y="3722914"/>
                  <a:ext cx="0" cy="44320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C9F3356B-E5EA-9FCA-BBB1-A7E5FDF806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86432" y="4162863"/>
                  <a:ext cx="1253412" cy="31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0A3BD19C-655E-BC55-5A37-051D1E0982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86432" y="3862874"/>
                  <a:ext cx="0" cy="30336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65791AC7-EA04-5959-C9E1-99D3AE7105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04049" y="3739502"/>
                      <a:ext cx="263588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65791AC7-EA04-5959-C9E1-99D3AE71053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04049" y="3739502"/>
                      <a:ext cx="263588" cy="246221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9091" r="-9091" b="-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33DECD79-3DE1-5230-F131-304CB5BB4899}"/>
                    </a:ext>
                  </a:extLst>
                </p:cNvPr>
                <p:cNvCxnSpPr>
                  <a:cxnSpLocks/>
                  <a:stCxn id="51" idx="3"/>
                </p:cNvCxnSpPr>
                <p:nvPr/>
              </p:nvCxnSpPr>
              <p:spPr>
                <a:xfrm>
                  <a:off x="4667637" y="3862613"/>
                  <a:ext cx="503470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TextBox 54">
                      <a:extLst>
                        <a:ext uri="{FF2B5EF4-FFF2-40B4-BE49-F238E27FC236}">
                          <a16:creationId xmlns:a16="http://schemas.microsoft.com/office/drawing/2014/main" id="{85188B69-E4B7-E85A-3D8D-6ECB8C6A72C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54322" y="3410732"/>
                      <a:ext cx="263588" cy="25064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55" name="TextBox 54">
                      <a:extLst>
                        <a:ext uri="{FF2B5EF4-FFF2-40B4-BE49-F238E27FC236}">
                          <a16:creationId xmlns:a16="http://schemas.microsoft.com/office/drawing/2014/main" id="{85188B69-E4B7-E85A-3D8D-6ECB8C6A72C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54322" y="3410732"/>
                      <a:ext cx="263588" cy="250646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9091" r="-909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" name="TextBox 57">
                      <a:extLst>
                        <a:ext uri="{FF2B5EF4-FFF2-40B4-BE49-F238E27FC236}">
                          <a16:creationId xmlns:a16="http://schemas.microsoft.com/office/drawing/2014/main" id="{15B4EAFD-1BE4-B68D-C99C-3BDABB8CAC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57792" y="3599803"/>
                      <a:ext cx="799697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</m:s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≈</m:t>
                            </m:r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⋆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58" name="TextBox 57">
                      <a:extLst>
                        <a:ext uri="{FF2B5EF4-FFF2-40B4-BE49-F238E27FC236}">
                          <a16:creationId xmlns:a16="http://schemas.microsoft.com/office/drawing/2014/main" id="{15B4EAFD-1BE4-B68D-C99C-3BDABB8CAC5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57792" y="3599803"/>
                      <a:ext cx="799697" cy="246221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6250" b="-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59" name="Picture 58">
                  <a:extLst>
                    <a:ext uri="{FF2B5EF4-FFF2-40B4-BE49-F238E27FC236}">
                      <a16:creationId xmlns:a16="http://schemas.microsoft.com/office/drawing/2014/main" id="{77374B50-C350-807A-FF01-F46A0DE837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023967" y="3885243"/>
                  <a:ext cx="755820" cy="58282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" name="TextBox 59">
                      <a:extLst>
                        <a:ext uri="{FF2B5EF4-FFF2-40B4-BE49-F238E27FC236}">
                          <a16:creationId xmlns:a16="http://schemas.microsoft.com/office/drawing/2014/main" id="{5EC06737-8E85-8EA1-2D24-4F4FFC21F9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57792" y="4057728"/>
                      <a:ext cx="319106" cy="25064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16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0" name="TextBox 59">
                      <a:extLst>
                        <a:ext uri="{FF2B5EF4-FFF2-40B4-BE49-F238E27FC236}">
                          <a16:creationId xmlns:a16="http://schemas.microsoft.com/office/drawing/2014/main" id="{5EC06737-8E85-8EA1-2D24-4F4FFC21F96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57792" y="4057728"/>
                      <a:ext cx="319106" cy="250646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r="-1153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4A163786-95C9-9676-1297-AF36FEBB82D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17793" y="4041683"/>
                      <a:ext cx="624105" cy="25064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16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4A163786-95C9-9676-1297-AF36FEBB82D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17793" y="4041683"/>
                      <a:ext cx="624105" cy="250646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10000" t="-476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2" name="Line Callout 1 61">
                  <a:extLst>
                    <a:ext uri="{FF2B5EF4-FFF2-40B4-BE49-F238E27FC236}">
                      <a16:creationId xmlns:a16="http://schemas.microsoft.com/office/drawing/2014/main" id="{E31B568F-816C-E178-7BEB-F0E4D8077765}"/>
                    </a:ext>
                  </a:extLst>
                </p:cNvPr>
                <p:cNvSpPr/>
                <p:nvPr/>
              </p:nvSpPr>
              <p:spPr>
                <a:xfrm>
                  <a:off x="7018444" y="3876727"/>
                  <a:ext cx="624104" cy="612648"/>
                </a:xfrm>
                <a:custGeom>
                  <a:avLst/>
                  <a:gdLst>
                    <a:gd name="csX0" fmla="*/ 0 w 624104"/>
                    <a:gd name="csY0" fmla="*/ 0 h 612648"/>
                    <a:gd name="csX1" fmla="*/ 624104 w 624104"/>
                    <a:gd name="csY1" fmla="*/ 0 h 612648"/>
                    <a:gd name="csX2" fmla="*/ 624104 w 624104"/>
                    <a:gd name="csY2" fmla="*/ 612648 h 612648"/>
                    <a:gd name="csX3" fmla="*/ 0 w 624104"/>
                    <a:gd name="csY3" fmla="*/ 612648 h 612648"/>
                    <a:gd name="csX4" fmla="*/ 0 w 624104"/>
                    <a:gd name="csY4" fmla="*/ 0 h 612648"/>
                    <a:gd name="csX0" fmla="*/ -52007 w 624104"/>
                    <a:gd name="csY0" fmla="*/ 114872 h 612648"/>
                    <a:gd name="csX1" fmla="*/ -501524 w 624104"/>
                    <a:gd name="csY1" fmla="*/ 48485 h 612648"/>
                    <a:gd name="csX2" fmla="*/ -988500 w 624104"/>
                    <a:gd name="csY2" fmla="*/ -23434 h 6126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24104" h="612648" extrusionOk="0">
                      <a:moveTo>
                        <a:pt x="0" y="0"/>
                      </a:moveTo>
                      <a:cubicBezTo>
                        <a:pt x="158085" y="23554"/>
                        <a:pt x="410159" y="-16501"/>
                        <a:pt x="624104" y="0"/>
                      </a:cubicBezTo>
                      <a:cubicBezTo>
                        <a:pt x="624211" y="189182"/>
                        <a:pt x="640364" y="351247"/>
                        <a:pt x="624104" y="612648"/>
                      </a:cubicBezTo>
                      <a:cubicBezTo>
                        <a:pt x="432122" y="587283"/>
                        <a:pt x="294474" y="643170"/>
                        <a:pt x="0" y="612648"/>
                      </a:cubicBezTo>
                      <a:cubicBezTo>
                        <a:pt x="11179" y="418998"/>
                        <a:pt x="-13909" y="172776"/>
                        <a:pt x="0" y="0"/>
                      </a:cubicBezTo>
                      <a:close/>
                    </a:path>
                    <a:path w="624104" h="612648" fill="none" extrusionOk="0">
                      <a:moveTo>
                        <a:pt x="-52007" y="114872"/>
                      </a:moveTo>
                      <a:cubicBezTo>
                        <a:pt x="-180370" y="105236"/>
                        <a:pt x="-344329" y="84618"/>
                        <a:pt x="-501524" y="48485"/>
                      </a:cubicBezTo>
                      <a:cubicBezTo>
                        <a:pt x="-658719" y="12353"/>
                        <a:pt x="-871827" y="-16893"/>
                        <a:pt x="-988500" y="-23434"/>
                      </a:cubicBezTo>
                    </a:path>
                  </a:pathLst>
                </a:custGeom>
                <a:noFill/>
                <a:ln>
                  <a:solidFill>
                    <a:schemeClr val="accent2">
                      <a:lumMod val="75000"/>
                    </a:schemeClr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borderCallout1">
                          <a:avLst>
                            <a:gd name="adj1" fmla="val 18750"/>
                            <a:gd name="adj2" fmla="val -8333"/>
                            <a:gd name="adj3" fmla="val -3825"/>
                            <a:gd name="adj4" fmla="val -158387"/>
                          </a:avLst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A961AE0-DAFC-A689-3E6D-58AA092D33CB}"/>
                </a:ext>
              </a:extLst>
            </p:cNvPr>
            <p:cNvSpPr/>
            <p:nvPr/>
          </p:nvSpPr>
          <p:spPr>
            <a:xfrm>
              <a:off x="245578" y="2571749"/>
              <a:ext cx="8576207" cy="1222867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5EEDF70-87EE-9A46-F2A6-90B556619374}"/>
              </a:ext>
            </a:extLst>
          </p:cNvPr>
          <p:cNvGrpSpPr/>
          <p:nvPr/>
        </p:nvGrpSpPr>
        <p:grpSpPr>
          <a:xfrm>
            <a:off x="245577" y="1524781"/>
            <a:ext cx="8576208" cy="1049956"/>
            <a:chOff x="245577" y="1524781"/>
            <a:chExt cx="8576208" cy="1049956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E80E1C00-EEAC-7422-0F35-2A9116CD1CA2}"/>
                </a:ext>
              </a:extLst>
            </p:cNvPr>
            <p:cNvGrpSpPr/>
            <p:nvPr/>
          </p:nvGrpSpPr>
          <p:grpSpPr>
            <a:xfrm>
              <a:off x="285750" y="1524781"/>
              <a:ext cx="7224379" cy="896492"/>
              <a:chOff x="272003" y="2013504"/>
              <a:chExt cx="7224379" cy="89649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Content Placeholder 3">
                    <a:extLst>
                      <a:ext uri="{FF2B5EF4-FFF2-40B4-BE49-F238E27FC236}">
                        <a16:creationId xmlns:a16="http://schemas.microsoft.com/office/drawing/2014/main" id="{B90793F8-A3FC-D857-041A-C77F95A43D8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72003" y="2058485"/>
                    <a:ext cx="3936102" cy="851510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1714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Char char="•"/>
                      <a:defRPr sz="14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1pPr>
                    <a:lvl2pPr marL="5143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Wingdings" panose="05000000000000000000" pitchFamily="2" charset="2"/>
                      <a:buChar char="§"/>
                      <a:defRPr sz="12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2pPr>
                    <a:lvl3pPr marL="8572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Wingdings" panose="05000000000000000000" pitchFamily="2" charset="2"/>
                      <a:buChar char="ü"/>
                      <a:defRPr sz="11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3pPr>
                    <a:lvl4pPr marL="12001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05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4pPr>
                    <a:lvl5pPr marL="15430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Wingdings" panose="05000000000000000000" pitchFamily="2" charset="2"/>
                      <a:buChar char="§"/>
                      <a:defRPr sz="90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>
                      <a:buFont typeface="Arial" panose="020B0604020202020204" pitchFamily="34" charset="0"/>
                      <a:buNone/>
                    </a:pPr>
                    <a:r>
                      <a:rPr lang="en-US" b="1" dirty="0"/>
                      <a:t>Direct mapping (end-to-end L2O):</a:t>
                    </a:r>
                  </a:p>
                  <a:p>
                    <a:pPr marL="0" indent="0">
                      <a:buNone/>
                    </a:pPr>
                    <a:r>
                      <a:rPr lang="en-US" dirty="0"/>
                      <a:t>Policy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US" dirty="0"/>
                      <a:t> directly predicts a solution from parameters 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oMath>
                    </a14:m>
                    <a:r>
                      <a:rPr lang="en-US" dirty="0"/>
                      <a:t> (amortized optimizer).</a:t>
                    </a:r>
                  </a:p>
                </p:txBody>
              </p:sp>
            </mc:Choice>
            <mc:Fallback xmlns="">
              <p:sp>
                <p:nvSpPr>
                  <p:cNvPr id="5" name="Content Placeholder 3">
                    <a:extLst>
                      <a:ext uri="{FF2B5EF4-FFF2-40B4-BE49-F238E27FC236}">
                        <a16:creationId xmlns:a16="http://schemas.microsoft.com/office/drawing/2014/main" id="{B90793F8-A3FC-D857-041A-C77F95A43D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003" y="2058485"/>
                    <a:ext cx="3936102" cy="8515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322" t="-4412" r="-1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00D9AC75-03A0-A0CF-87B3-229145E2FD82}"/>
                  </a:ext>
                </a:extLst>
              </p:cNvPr>
              <p:cNvGrpSpPr/>
              <p:nvPr/>
            </p:nvGrpSpPr>
            <p:grpSpPr>
              <a:xfrm>
                <a:off x="4592339" y="2013504"/>
                <a:ext cx="2904043" cy="896492"/>
                <a:chOff x="4592339" y="2013504"/>
                <a:chExt cx="2904043" cy="896492"/>
              </a:xfrm>
            </p:grpSpPr>
            <p:pic>
              <p:nvPicPr>
                <p:cNvPr id="64" name="Picture 63">
                  <a:extLst>
                    <a:ext uri="{FF2B5EF4-FFF2-40B4-BE49-F238E27FC236}">
                      <a16:creationId xmlns:a16="http://schemas.microsoft.com/office/drawing/2014/main" id="{2AD1C6D1-9E37-122B-19FF-18DC7F8FFF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35896" y="2058486"/>
                  <a:ext cx="1656695" cy="85151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9E4DD34D-3CBD-4271-ECA6-043CD80B7D6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48266" y="2013504"/>
                      <a:ext cx="1548116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US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𝜽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𝝃</m:t>
                                    </m:r>
                                  </m:e>
                                </m:d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𝝅</m:t>
                                </m:r>
                              </m:e>
                              <m:sup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⋆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𝝃</m:t>
                                </m:r>
                              </m:e>
                            </m:d>
                          </m:oMath>
                        </m:oMathPara>
                      </a14:m>
                      <a:endParaRPr lang="en-US" sz="1400" b="1" dirty="0"/>
                    </a:p>
                  </p:txBody>
                </p:sp>
              </mc:Choice>
              <mc:Fallback xmlns="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9E4DD34D-3CBD-4271-ECA6-043CD80B7D6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48266" y="2013504"/>
                      <a:ext cx="1548116" cy="307777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12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FA1B65E0-C7A8-D115-4BD0-F529EE64266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92339" y="2411528"/>
                      <a:ext cx="26358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FA1B65E0-C7A8-D115-4BD0-F529EE64266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2339" y="2411528"/>
                      <a:ext cx="263588" cy="369332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31818" r="-27273" b="-3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EDDF69A-A4E3-8F93-3E14-8F718ADA64EB}"/>
                </a:ext>
              </a:extLst>
            </p:cNvPr>
            <p:cNvSpPr/>
            <p:nvPr/>
          </p:nvSpPr>
          <p:spPr>
            <a:xfrm>
              <a:off x="245577" y="1524781"/>
              <a:ext cx="8576208" cy="1049956"/>
            </a:xfrm>
            <a:prstGeom prst="rect">
              <a:avLst/>
            </a:prstGeom>
            <a:solidFill>
              <a:schemeClr val="bg2">
                <a:lumMod val="40000"/>
                <a:lumOff val="60000"/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370CC0B-07D6-7CF5-9B94-4C4F85494AEB}"/>
              </a:ext>
            </a:extLst>
          </p:cNvPr>
          <p:cNvGrpSpPr/>
          <p:nvPr/>
        </p:nvGrpSpPr>
        <p:grpSpPr>
          <a:xfrm>
            <a:off x="245577" y="3794617"/>
            <a:ext cx="8692218" cy="1179549"/>
            <a:chOff x="245577" y="3794617"/>
            <a:chExt cx="8692218" cy="1179549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ACD0CB7-45CD-94AD-728B-EFC5D745C20F}"/>
                </a:ext>
              </a:extLst>
            </p:cNvPr>
            <p:cNvGrpSpPr/>
            <p:nvPr/>
          </p:nvGrpSpPr>
          <p:grpSpPr>
            <a:xfrm>
              <a:off x="285750" y="3847519"/>
              <a:ext cx="8652045" cy="895932"/>
              <a:chOff x="272003" y="4392573"/>
              <a:chExt cx="8652045" cy="895932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B990A0C5-AA66-D4DB-54BD-0BF8BA575B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rcRect t="10404" b="50587"/>
              <a:stretch>
                <a:fillRect/>
              </a:stretch>
            </p:blipFill>
            <p:spPr>
              <a:xfrm>
                <a:off x="4520602" y="4392573"/>
                <a:ext cx="4403446" cy="895932"/>
              </a:xfrm>
              <a:prstGeom prst="rect">
                <a:avLst/>
              </a:prstGeom>
            </p:spPr>
          </p:pic>
          <p:sp>
            <p:nvSpPr>
              <p:cNvPr id="73" name="Content Placeholder 3">
                <a:extLst>
                  <a:ext uri="{FF2B5EF4-FFF2-40B4-BE49-F238E27FC236}">
                    <a16:creationId xmlns:a16="http://schemas.microsoft.com/office/drawing/2014/main" id="{8B2CD62C-63FE-5FCE-F8EA-13D154101F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2003" y="4460439"/>
                <a:ext cx="4044561" cy="826618"/>
              </a:xfrm>
              <a:prstGeom prst="rect">
                <a:avLst/>
              </a:prstGeom>
            </p:spPr>
            <p:txBody>
              <a:bodyPr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Wingdings" panose="05000000000000000000" pitchFamily="2" charset="2"/>
                  <a:buChar char="§"/>
                  <a:defRPr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Wingdings" panose="05000000000000000000" pitchFamily="2" charset="2"/>
                  <a:buChar char="ü"/>
                  <a:defRPr sz="11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Wingdings" panose="05000000000000000000" pitchFamily="2" charset="2"/>
                  <a:buChar char="§"/>
                  <a:defRPr sz="9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Hybrid design:</a:t>
                </a:r>
              </a:p>
              <a:p>
                <a:pPr marL="0" indent="0">
                  <a:buNone/>
                </a:pPr>
                <a:r>
                  <a:rPr lang="en-US" dirty="0"/>
                  <a:t>Combine direct mapping with an unrolled iterative update/refinement procedure.</a:t>
                </a:r>
              </a:p>
            </p:txBody>
          </p:sp>
        </p:grp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E82D6DE-A7F8-115D-003F-0FA703BD400F}"/>
                </a:ext>
              </a:extLst>
            </p:cNvPr>
            <p:cNvSpPr txBox="1"/>
            <p:nvPr/>
          </p:nvSpPr>
          <p:spPr>
            <a:xfrm>
              <a:off x="3594666" y="4718473"/>
              <a:ext cx="53431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J. Kotary et al., </a:t>
              </a:r>
              <a:r>
                <a:rPr lang="en-US" sz="1000" i="1" dirty="0">
                  <a:latin typeface="Arial" panose="020B0604020202020204" pitchFamily="34" charset="0"/>
                  <a:cs typeface="Arial" panose="020B0604020202020204" pitchFamily="34" charset="0"/>
                </a:rPr>
                <a:t>Backpropagation of Unrolled Solvers with Folded Optimization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, IJCAI, 2023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5932AFB-E516-9FA1-6243-1396F20BDD3F}"/>
                </a:ext>
              </a:extLst>
            </p:cNvPr>
            <p:cNvSpPr/>
            <p:nvPr/>
          </p:nvSpPr>
          <p:spPr>
            <a:xfrm>
              <a:off x="245577" y="3794617"/>
              <a:ext cx="8576206" cy="1179549"/>
            </a:xfrm>
            <a:prstGeom prst="rect">
              <a:avLst/>
            </a:prstGeom>
            <a:solidFill>
              <a:schemeClr val="bg2">
                <a:lumMod val="40000"/>
                <a:lumOff val="60000"/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3783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BBA649-657E-B381-1BE4-79E57E47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E9BFD9-5DF7-3E2E-01C9-F2540909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vs Self-Supervised L2O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F79D048-D699-5B7A-7670-379C8B18193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72005" y="729206"/>
            <a:ext cx="8586245" cy="176107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Supervised L2O </a:t>
            </a:r>
            <a:r>
              <a:rPr lang="en-US" dirty="0"/>
              <a:t>minimizes the expected prediction error </a:t>
            </a:r>
            <a:r>
              <a:rPr lang="en-US" dirty="0" err="1"/>
              <a:t>w.r.t.</a:t>
            </a:r>
            <a:r>
              <a:rPr lang="en-US" dirty="0"/>
              <a:t> optimal solution by classical solver.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83A878-3908-5062-DD16-D64BCF06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85" y="1408839"/>
            <a:ext cx="2540000" cy="53340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  <a:prstDash val="dash"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E61F8B-25A0-EE46-16A2-B4ABF5ADC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194" y="1150744"/>
            <a:ext cx="2483526" cy="514340"/>
          </a:xfrm>
          <a:prstGeom prst="rect">
            <a:avLst/>
          </a:prstGeom>
        </p:spPr>
      </p:pic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7850BC38-E719-C2AC-1869-5055212C42BE}"/>
              </a:ext>
            </a:extLst>
          </p:cNvPr>
          <p:cNvSpPr txBox="1">
            <a:spLocks/>
          </p:cNvSpPr>
          <p:nvPr/>
        </p:nvSpPr>
        <p:spPr>
          <a:xfrm>
            <a:off x="3800272" y="1261088"/>
            <a:ext cx="1556814" cy="38056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ü"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Loss function: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8">
                <a:extLst>
                  <a:ext uri="{FF2B5EF4-FFF2-40B4-BE49-F238E27FC236}">
                    <a16:creationId xmlns:a16="http://schemas.microsoft.com/office/drawing/2014/main" id="{90B59BA1-3D21-ADE5-D839-D9B35E9C56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00272" y="1836711"/>
                <a:ext cx="4886528" cy="592164"/>
              </a:xfrm>
              <a:prstGeom prst="rect">
                <a:avLst/>
              </a:prstGeom>
            </p:spPr>
            <p:txBody>
              <a:bodyPr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Wingdings" panose="05000000000000000000" pitchFamily="2" charset="2"/>
                  <a:buChar char="§"/>
                  <a:defRPr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Wingdings" panose="05000000000000000000" pitchFamily="2" charset="2"/>
                  <a:buChar char="ü"/>
                  <a:defRPr sz="11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Wingdings" panose="05000000000000000000" pitchFamily="2" charset="2"/>
                  <a:buChar char="§"/>
                  <a:defRPr sz="9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Dataset:</a:t>
                </a:r>
                <a:r>
                  <a:rPr lang="en-US" dirty="0"/>
                  <a:t> Labeled pairs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of true optimal solution, or true iteration update, from a classical solver.</a:t>
                </a:r>
              </a:p>
            </p:txBody>
          </p:sp>
        </mc:Choice>
        <mc:Fallback xmlns="">
          <p:sp>
            <p:nvSpPr>
              <p:cNvPr id="13" name="Content Placeholder 8">
                <a:extLst>
                  <a:ext uri="{FF2B5EF4-FFF2-40B4-BE49-F238E27FC236}">
                    <a16:creationId xmlns:a16="http://schemas.microsoft.com/office/drawing/2014/main" id="{90B59BA1-3D21-ADE5-D839-D9B35E9C5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72" y="1836711"/>
                <a:ext cx="4886528" cy="592164"/>
              </a:xfrm>
              <a:prstGeom prst="rect">
                <a:avLst/>
              </a:prstGeom>
              <a:blipFill>
                <a:blip r:embed="rId5"/>
                <a:stretch>
                  <a:fillRect l="-519" t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B9C23625-3FC4-2144-36F3-5447D7FFE86F}"/>
              </a:ext>
            </a:extLst>
          </p:cNvPr>
          <p:cNvGrpSpPr/>
          <p:nvPr/>
        </p:nvGrpSpPr>
        <p:grpSpPr>
          <a:xfrm>
            <a:off x="272004" y="2805308"/>
            <a:ext cx="8586245" cy="2162906"/>
            <a:chOff x="272004" y="2805308"/>
            <a:chExt cx="8586245" cy="216290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0DCB687-D308-5B88-511E-226D05D02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2706" y="3393689"/>
              <a:ext cx="2870200" cy="1054100"/>
            </a:xfrm>
            <a:prstGeom prst="rect">
              <a:avLst/>
            </a:prstGeom>
            <a:ln>
              <a:solidFill>
                <a:schemeClr val="accent1">
                  <a:shade val="15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2870200"/>
                        <a:gd name="csY0" fmla="*/ 0 h 1054100"/>
                        <a:gd name="csX1" fmla="*/ 631444 w 2870200"/>
                        <a:gd name="csY1" fmla="*/ 0 h 1054100"/>
                        <a:gd name="csX2" fmla="*/ 1234186 w 2870200"/>
                        <a:gd name="csY2" fmla="*/ 0 h 1054100"/>
                        <a:gd name="csX3" fmla="*/ 1836928 w 2870200"/>
                        <a:gd name="csY3" fmla="*/ 0 h 1054100"/>
                        <a:gd name="csX4" fmla="*/ 2324862 w 2870200"/>
                        <a:gd name="csY4" fmla="*/ 0 h 1054100"/>
                        <a:gd name="csX5" fmla="*/ 2870200 w 2870200"/>
                        <a:gd name="csY5" fmla="*/ 0 h 1054100"/>
                        <a:gd name="csX6" fmla="*/ 2870200 w 2870200"/>
                        <a:gd name="csY6" fmla="*/ 537591 h 1054100"/>
                        <a:gd name="csX7" fmla="*/ 2870200 w 2870200"/>
                        <a:gd name="csY7" fmla="*/ 1054100 h 1054100"/>
                        <a:gd name="csX8" fmla="*/ 2296160 w 2870200"/>
                        <a:gd name="csY8" fmla="*/ 1054100 h 1054100"/>
                        <a:gd name="csX9" fmla="*/ 1808226 w 2870200"/>
                        <a:gd name="csY9" fmla="*/ 1054100 h 1054100"/>
                        <a:gd name="csX10" fmla="*/ 1320292 w 2870200"/>
                        <a:gd name="csY10" fmla="*/ 1054100 h 1054100"/>
                        <a:gd name="csX11" fmla="*/ 717550 w 2870200"/>
                        <a:gd name="csY11" fmla="*/ 1054100 h 1054100"/>
                        <a:gd name="csX12" fmla="*/ 0 w 2870200"/>
                        <a:gd name="csY12" fmla="*/ 1054100 h 1054100"/>
                        <a:gd name="csX13" fmla="*/ 0 w 2870200"/>
                        <a:gd name="csY13" fmla="*/ 505968 h 1054100"/>
                        <a:gd name="csX14" fmla="*/ 0 w 2870200"/>
                        <a:gd name="csY14" fmla="*/ 0 h 105410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</a:cxnLst>
                      <a:rect l="l" t="t" r="r" b="b"/>
                      <a:pathLst>
                        <a:path w="2870200" h="1054100" fill="none" extrusionOk="0">
                          <a:moveTo>
                            <a:pt x="0" y="0"/>
                          </a:moveTo>
                          <a:cubicBezTo>
                            <a:pt x="139186" y="-10139"/>
                            <a:pt x="413939" y="13199"/>
                            <a:pt x="631444" y="0"/>
                          </a:cubicBezTo>
                          <a:cubicBezTo>
                            <a:pt x="848949" y="-13199"/>
                            <a:pt x="1049144" y="17712"/>
                            <a:pt x="1234186" y="0"/>
                          </a:cubicBezTo>
                          <a:cubicBezTo>
                            <a:pt x="1419228" y="-17712"/>
                            <a:pt x="1619054" y="65696"/>
                            <a:pt x="1836928" y="0"/>
                          </a:cubicBezTo>
                          <a:cubicBezTo>
                            <a:pt x="2054802" y="-65696"/>
                            <a:pt x="2198556" y="8207"/>
                            <a:pt x="2324862" y="0"/>
                          </a:cubicBezTo>
                          <a:cubicBezTo>
                            <a:pt x="2451168" y="-8207"/>
                            <a:pt x="2744222" y="31212"/>
                            <a:pt x="2870200" y="0"/>
                          </a:cubicBezTo>
                          <a:cubicBezTo>
                            <a:pt x="2885686" y="184341"/>
                            <a:pt x="2839105" y="381350"/>
                            <a:pt x="2870200" y="537591"/>
                          </a:cubicBezTo>
                          <a:cubicBezTo>
                            <a:pt x="2901295" y="693832"/>
                            <a:pt x="2811894" y="923663"/>
                            <a:pt x="2870200" y="1054100"/>
                          </a:cubicBezTo>
                          <a:cubicBezTo>
                            <a:pt x="2651954" y="1093520"/>
                            <a:pt x="2416511" y="1023766"/>
                            <a:pt x="2296160" y="1054100"/>
                          </a:cubicBezTo>
                          <a:cubicBezTo>
                            <a:pt x="2175809" y="1084434"/>
                            <a:pt x="2013434" y="1022752"/>
                            <a:pt x="1808226" y="1054100"/>
                          </a:cubicBezTo>
                          <a:cubicBezTo>
                            <a:pt x="1603018" y="1085448"/>
                            <a:pt x="1499736" y="1009101"/>
                            <a:pt x="1320292" y="1054100"/>
                          </a:cubicBezTo>
                          <a:cubicBezTo>
                            <a:pt x="1140848" y="1099099"/>
                            <a:pt x="945379" y="1013557"/>
                            <a:pt x="717550" y="1054100"/>
                          </a:cubicBezTo>
                          <a:cubicBezTo>
                            <a:pt x="489721" y="1094643"/>
                            <a:pt x="293661" y="970724"/>
                            <a:pt x="0" y="1054100"/>
                          </a:cubicBezTo>
                          <a:cubicBezTo>
                            <a:pt x="-6541" y="892238"/>
                            <a:pt x="40525" y="676682"/>
                            <a:pt x="0" y="505968"/>
                          </a:cubicBezTo>
                          <a:cubicBezTo>
                            <a:pt x="-40525" y="335254"/>
                            <a:pt x="31996" y="184332"/>
                            <a:pt x="0" y="0"/>
                          </a:cubicBezTo>
                          <a:close/>
                        </a:path>
                        <a:path w="2870200" h="1054100" stroke="0" extrusionOk="0">
                          <a:moveTo>
                            <a:pt x="0" y="0"/>
                          </a:moveTo>
                          <a:cubicBezTo>
                            <a:pt x="225810" y="-22028"/>
                            <a:pt x="427343" y="39806"/>
                            <a:pt x="545338" y="0"/>
                          </a:cubicBezTo>
                          <a:cubicBezTo>
                            <a:pt x="663333" y="-39806"/>
                            <a:pt x="881529" y="8214"/>
                            <a:pt x="1033272" y="0"/>
                          </a:cubicBezTo>
                          <a:cubicBezTo>
                            <a:pt x="1185015" y="-8214"/>
                            <a:pt x="1436058" y="14384"/>
                            <a:pt x="1664716" y="0"/>
                          </a:cubicBezTo>
                          <a:cubicBezTo>
                            <a:pt x="1893374" y="-14384"/>
                            <a:pt x="2009326" y="23002"/>
                            <a:pt x="2210054" y="0"/>
                          </a:cubicBezTo>
                          <a:cubicBezTo>
                            <a:pt x="2410782" y="-23002"/>
                            <a:pt x="2600613" y="74079"/>
                            <a:pt x="2870200" y="0"/>
                          </a:cubicBezTo>
                          <a:cubicBezTo>
                            <a:pt x="2931872" y="267115"/>
                            <a:pt x="2837909" y="381304"/>
                            <a:pt x="2870200" y="548132"/>
                          </a:cubicBezTo>
                          <a:cubicBezTo>
                            <a:pt x="2902491" y="714960"/>
                            <a:pt x="2846412" y="914942"/>
                            <a:pt x="2870200" y="1054100"/>
                          </a:cubicBezTo>
                          <a:cubicBezTo>
                            <a:pt x="2730846" y="1070465"/>
                            <a:pt x="2443107" y="1044075"/>
                            <a:pt x="2296160" y="1054100"/>
                          </a:cubicBezTo>
                          <a:cubicBezTo>
                            <a:pt x="2149213" y="1064125"/>
                            <a:pt x="1989930" y="1031118"/>
                            <a:pt x="1808226" y="1054100"/>
                          </a:cubicBezTo>
                          <a:cubicBezTo>
                            <a:pt x="1626522" y="1077082"/>
                            <a:pt x="1489653" y="1020616"/>
                            <a:pt x="1234186" y="1054100"/>
                          </a:cubicBezTo>
                          <a:cubicBezTo>
                            <a:pt x="978719" y="1087584"/>
                            <a:pt x="919361" y="1038455"/>
                            <a:pt x="660146" y="1054100"/>
                          </a:cubicBezTo>
                          <a:cubicBezTo>
                            <a:pt x="400931" y="1069745"/>
                            <a:pt x="237378" y="1046643"/>
                            <a:pt x="0" y="1054100"/>
                          </a:cubicBezTo>
                          <a:cubicBezTo>
                            <a:pt x="-49672" y="900964"/>
                            <a:pt x="14132" y="679333"/>
                            <a:pt x="0" y="505968"/>
                          </a:cubicBezTo>
                          <a:cubicBezTo>
                            <a:pt x="-14132" y="332603"/>
                            <a:pt x="10665" y="245549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</p:pic>
        <p:sp>
          <p:nvSpPr>
            <p:cNvPr id="11" name="Content Placeholder 8">
              <a:extLst>
                <a:ext uri="{FF2B5EF4-FFF2-40B4-BE49-F238E27FC236}">
                  <a16:creationId xmlns:a16="http://schemas.microsoft.com/office/drawing/2014/main" id="{EC2EE0F6-0885-C07A-7BD2-6437155A734C}"/>
                </a:ext>
              </a:extLst>
            </p:cNvPr>
            <p:cNvSpPr txBox="1">
              <a:spLocks/>
            </p:cNvSpPr>
            <p:nvPr/>
          </p:nvSpPr>
          <p:spPr>
            <a:xfrm>
              <a:off x="272004" y="2805308"/>
              <a:ext cx="8586245" cy="2162906"/>
            </a:xfrm>
            <a:prstGeom prst="rect">
              <a:avLst/>
            </a:prstGeom>
          </p:spPr>
          <p:txBody>
            <a:bodyPr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ü"/>
                <a:defRPr sz="11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9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b="1" dirty="0"/>
                <a:t>Self-supervised L2O </a:t>
              </a:r>
              <a:r>
                <a:rPr lang="en-US" dirty="0"/>
                <a:t>minimizes the expected objective subject to constraints.</a:t>
              </a:r>
            </a:p>
          </p:txBody>
        </p:sp>
        <p:sp>
          <p:nvSpPr>
            <p:cNvPr id="14" name="Content Placeholder 8">
              <a:extLst>
                <a:ext uri="{FF2B5EF4-FFF2-40B4-BE49-F238E27FC236}">
                  <a16:creationId xmlns:a16="http://schemas.microsoft.com/office/drawing/2014/main" id="{2E938D30-B802-D320-DE6A-20CF2EEB8BF8}"/>
                </a:ext>
              </a:extLst>
            </p:cNvPr>
            <p:cNvSpPr txBox="1">
              <a:spLocks/>
            </p:cNvSpPr>
            <p:nvPr/>
          </p:nvSpPr>
          <p:spPr>
            <a:xfrm>
              <a:off x="3800272" y="3315591"/>
              <a:ext cx="1556813" cy="380569"/>
            </a:xfrm>
            <a:prstGeom prst="rect">
              <a:avLst/>
            </a:prstGeom>
          </p:spPr>
          <p:txBody>
            <a:bodyPr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ü"/>
                <a:defRPr sz="11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9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b="1" dirty="0"/>
                <a:t>Loss function: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ontent Placeholder 8">
                  <a:extLst>
                    <a:ext uri="{FF2B5EF4-FFF2-40B4-BE49-F238E27FC236}">
                      <a16:creationId xmlns:a16="http://schemas.microsoft.com/office/drawing/2014/main" id="{DF7D220F-CD9C-321F-AA26-057A4EF7031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800272" y="4113947"/>
                  <a:ext cx="4886528" cy="592164"/>
                </a:xfrm>
                <a:prstGeom prst="rect">
                  <a:avLst/>
                </a:prstGeom>
              </p:spPr>
              <p:txBody>
                <a:bodyPr/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Wingdings" panose="05000000000000000000" pitchFamily="2" charset="2"/>
                    <a:buChar char="§"/>
                    <a:defRPr sz="12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Wingdings" panose="05000000000000000000" pitchFamily="2" charset="2"/>
                    <a:buChar char="ü"/>
                    <a:defRPr sz="11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Wingdings" panose="05000000000000000000" pitchFamily="2" charset="2"/>
                    <a:buChar char="§"/>
                    <a:defRPr sz="9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b="1" dirty="0"/>
                    <a:t>Dataset:</a:t>
                  </a:r>
                  <a:r>
                    <a:rPr lang="en-US" dirty="0"/>
                    <a:t> Problem instances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a14:m>
                  <a:r>
                    <a:rPr lang="en-US" dirty="0"/>
                    <a:t> sampled from the problem parameter distribution; no labels are needed.</a:t>
                  </a:r>
                </a:p>
              </p:txBody>
            </p:sp>
          </mc:Choice>
          <mc:Fallback xmlns="">
            <p:sp>
              <p:nvSpPr>
                <p:cNvPr id="15" name="Content Placeholder 8">
                  <a:extLst>
                    <a:ext uri="{FF2B5EF4-FFF2-40B4-BE49-F238E27FC236}">
                      <a16:creationId xmlns:a16="http://schemas.microsoft.com/office/drawing/2014/main" id="{DF7D220F-CD9C-321F-AA26-057A4EF703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0272" y="4113947"/>
                  <a:ext cx="4886528" cy="592164"/>
                </a:xfrm>
                <a:prstGeom prst="rect">
                  <a:avLst/>
                </a:prstGeom>
                <a:blipFill>
                  <a:blip r:embed="rId7"/>
                  <a:stretch>
                    <a:fillRect l="-519" t="-63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3B3E659-D16B-139C-956C-40584A918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86194" y="3245041"/>
              <a:ext cx="3500606" cy="7172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430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893724-D183-BE29-377E-D37A43867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1403E8-2DF7-FFCD-7D52-A9A130A74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Differentiable Optimization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C22BA-B5C3-D8C5-3F7C-4D0F2390424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72005" y="729205"/>
            <a:ext cx="8586245" cy="161394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Differentiable optimization layers expose the sensitivity of optimization solutions to parameters, enabling end-to-end learning with an optimization problem inside the computation graph.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AC8FCE-FA50-8486-6656-12C98FAF16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" r="891"/>
          <a:stretch/>
        </p:blipFill>
        <p:spPr>
          <a:xfrm>
            <a:off x="1543586" y="1232058"/>
            <a:ext cx="6139958" cy="1389182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5D1A327-E93B-06F7-664D-7D3A4CB9C608}"/>
              </a:ext>
            </a:extLst>
          </p:cNvPr>
          <p:cNvSpPr txBox="1">
            <a:spLocks/>
          </p:cNvSpPr>
          <p:nvPr/>
        </p:nvSpPr>
        <p:spPr>
          <a:xfrm>
            <a:off x="272004" y="2734025"/>
            <a:ext cx="8586245" cy="1389182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ü"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Two ways of differentiating through optimization program:</a:t>
            </a:r>
          </a:p>
          <a:p>
            <a:pPr marL="342900" indent="-342900">
              <a:buAutoNum type="arabicPeriod"/>
            </a:pPr>
            <a:r>
              <a:rPr lang="en-US" b="1" dirty="0"/>
              <a:t>Fixed-point differentiation</a:t>
            </a:r>
            <a:r>
              <a:rPr lang="en-US" dirty="0"/>
              <a:t>, based on either </a:t>
            </a:r>
            <a:r>
              <a:rPr lang="en-US" i="1" dirty="0"/>
              <a:t>unrolling iterative solvers </a:t>
            </a:r>
            <a:r>
              <a:rPr lang="en-US" dirty="0"/>
              <a:t>(backpropagation through time) or applying the </a:t>
            </a:r>
            <a:r>
              <a:rPr lang="en-US" i="1" dirty="0"/>
              <a:t>implicit function theorem (IFT)</a:t>
            </a:r>
            <a:r>
              <a:rPr lang="en-US" dirty="0"/>
              <a:t> at a fixed point.</a:t>
            </a:r>
          </a:p>
          <a:p>
            <a:pPr marL="342900" indent="-342900">
              <a:buFontTx/>
              <a:buAutoNum type="arabicPeriod"/>
            </a:pPr>
            <a:r>
              <a:rPr lang="en-US" b="1" dirty="0"/>
              <a:t>KKT-based differentiation</a:t>
            </a:r>
            <a:r>
              <a:rPr lang="en-US" dirty="0"/>
              <a:t>, which differentiates the </a:t>
            </a:r>
            <a:r>
              <a:rPr lang="en-US" i="1" dirty="0"/>
              <a:t>Karush–Kuhn–Tucker (KKT) </a:t>
            </a:r>
            <a:r>
              <a:rPr lang="en-US" dirty="0"/>
              <a:t>optimality system directly using </a:t>
            </a:r>
            <a:r>
              <a:rPr lang="en-US" i="1" dirty="0"/>
              <a:t>IFT.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282403C-0455-D38A-0634-FEC749F77FFB}"/>
              </a:ext>
            </a:extLst>
          </p:cNvPr>
          <p:cNvGrpSpPr/>
          <p:nvPr/>
        </p:nvGrpSpPr>
        <p:grpSpPr>
          <a:xfrm>
            <a:off x="272003" y="4123209"/>
            <a:ext cx="8586245" cy="938656"/>
            <a:chOff x="272003" y="4035511"/>
            <a:chExt cx="8586245" cy="938656"/>
          </a:xfrm>
        </p:grpSpPr>
        <p:sp>
          <p:nvSpPr>
            <p:cNvPr id="7" name="Content Placeholder 3">
              <a:extLst>
                <a:ext uri="{FF2B5EF4-FFF2-40B4-BE49-F238E27FC236}">
                  <a16:creationId xmlns:a16="http://schemas.microsoft.com/office/drawing/2014/main" id="{05910206-9A06-3391-005E-62416B7DB24C}"/>
                </a:ext>
              </a:extLst>
            </p:cNvPr>
            <p:cNvSpPr txBox="1">
              <a:spLocks/>
            </p:cNvSpPr>
            <p:nvPr/>
          </p:nvSpPr>
          <p:spPr>
            <a:xfrm>
              <a:off x="272003" y="4035511"/>
              <a:ext cx="8586245" cy="938656"/>
            </a:xfrm>
            <a:prstGeom prst="rect">
              <a:avLst/>
            </a:prstGeom>
          </p:spPr>
          <p:txBody>
            <a:bodyPr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ü"/>
                <a:defRPr sz="11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9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1000" dirty="0"/>
                <a:t>Brandon Amos, J. Zico Kolter, </a:t>
              </a:r>
              <a:r>
                <a:rPr lang="en-US" sz="1000" dirty="0" err="1"/>
                <a:t>OptNet</a:t>
              </a:r>
              <a:r>
                <a:rPr lang="en-US" sz="1000" dirty="0"/>
                <a:t>: Differentiable Optimization as a Layer in Neural Networks, ICML, 2017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1000" dirty="0"/>
                <a:t>Agrawal, A. and Amos, B. and Barratt, S. and Boyd, S. and Diamond, S. and Kolter, Z., Differentiable Convex Optimization Layers, </a:t>
              </a:r>
              <a:r>
                <a:rPr lang="en-US" sz="1000" dirty="0" err="1"/>
                <a:t>NeurIPS</a:t>
              </a:r>
              <a:r>
                <a:rPr lang="en-US" sz="1000" dirty="0"/>
                <a:t> 2019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1000" dirty="0"/>
                <a:t>James Kotary, My H. Dinh, Ferdinando Fioretto, Backpropagation of Unrolled Solvers with Folded Optimization, IJCAI, 2023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1000" dirty="0"/>
                <a:t>Quill Healey, Parth Nobel, Stephen Boyd, Differentiating Through a Quadratic Cone Program, 2025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1000" dirty="0">
                  <a:hlinkClick r:id="rId3"/>
                </a:rPr>
                <a:t>https://implicit-layers-tutorial.org/differentiable_optimization/</a:t>
              </a:r>
              <a:r>
                <a:rPr lang="en-US" sz="1000" dirty="0"/>
                <a:t>  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75C08ED-B683-1707-3E41-95008F99BEFB}"/>
                </a:ext>
              </a:extLst>
            </p:cNvPr>
            <p:cNvCxnSpPr/>
            <p:nvPr/>
          </p:nvCxnSpPr>
          <p:spPr>
            <a:xfrm>
              <a:off x="342899" y="4035511"/>
              <a:ext cx="11643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6406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FA25D-FE80-9A03-E64C-551B475C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8E23F0-13B9-BC4C-72C6-CED420F24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F3BF18-D5BF-07DC-62FD-75513536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L2O: Feasibility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21D1D0E-0547-2314-4502-BABEB49F72F0}"/>
                  </a:ext>
                </a:extLst>
              </p:cNvPr>
              <p:cNvSpPr>
                <a:spLocks noGrp="1"/>
              </p:cNvSpPr>
              <p:nvPr>
                <p:ph sz="quarter" idx="20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End-to-end (direct mapping) L2O often returns infeasible solution that violates constraints.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Feasibility Restoration Layer</a:t>
                </a:r>
                <a:br>
                  <a:rPr lang="en-US" b="1" dirty="0"/>
                </a:br>
                <a:r>
                  <a:rPr lang="en-US" dirty="0"/>
                  <a:t>restores feasibility by an operator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⋆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that maps infeasible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dirty="0"/>
                  <a:t> to a feasible or approximately feasible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⋆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21D1D0E-0547-2314-4502-BABEB49F72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0"/>
              </p:nvPr>
            </p:nvSpPr>
            <p:spPr>
              <a:blipFill>
                <a:blip r:embed="rId2"/>
                <a:stretch>
                  <a:fillRect l="-295" t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AEABF0B-459C-9C59-E7D8-F3F987B56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224" y="1041921"/>
            <a:ext cx="865264" cy="6672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D70C3A-C7F1-6AA5-A958-A7839A9CCD14}"/>
                  </a:ext>
                </a:extLst>
              </p:cNvPr>
              <p:cNvSpPr txBox="1"/>
              <p:nvPr/>
            </p:nvSpPr>
            <p:spPr>
              <a:xfrm>
                <a:off x="6104269" y="1206254"/>
                <a:ext cx="3409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D70C3A-C7F1-6AA5-A958-A7839A9CC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269" y="1206254"/>
                <a:ext cx="340955" cy="338554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E7D25111-879A-1E59-3D7A-996FA6962590}"/>
                  </a:ext>
                </a:extLst>
              </p:cNvPr>
              <p:cNvSpPr/>
              <p:nvPr/>
            </p:nvSpPr>
            <p:spPr>
              <a:xfrm>
                <a:off x="7488317" y="1162831"/>
                <a:ext cx="1303604" cy="529883"/>
              </a:xfrm>
              <a:custGeom>
                <a:avLst/>
                <a:gdLst>
                  <a:gd name="csX0" fmla="*/ 609600 w 975360"/>
                  <a:gd name="csY0" fmla="*/ 0 h 464234"/>
                  <a:gd name="csX1" fmla="*/ 121920 w 975360"/>
                  <a:gd name="csY1" fmla="*/ 60960 h 464234"/>
                  <a:gd name="csX2" fmla="*/ 0 w 975360"/>
                  <a:gd name="csY2" fmla="*/ 431409 h 464234"/>
                  <a:gd name="csX3" fmla="*/ 811237 w 975360"/>
                  <a:gd name="csY3" fmla="*/ 464234 h 464234"/>
                  <a:gd name="csX4" fmla="*/ 975360 w 975360"/>
                  <a:gd name="csY4" fmla="*/ 117231 h 464234"/>
                  <a:gd name="csX5" fmla="*/ 609600 w 975360"/>
                  <a:gd name="csY5" fmla="*/ 0 h 4642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975360" h="464234">
                    <a:moveTo>
                      <a:pt x="609600" y="0"/>
                    </a:moveTo>
                    <a:lnTo>
                      <a:pt x="121920" y="60960"/>
                    </a:lnTo>
                    <a:lnTo>
                      <a:pt x="0" y="431409"/>
                    </a:lnTo>
                    <a:lnTo>
                      <a:pt x="811237" y="464234"/>
                    </a:lnTo>
                    <a:lnTo>
                      <a:pt x="975360" y="117231"/>
                    </a:lnTo>
                    <a:lnTo>
                      <a:pt x="609600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b" anchorCtr="0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𝒳</m:t>
                    </m:r>
                  </m:oMath>
                </a14:m>
                <a:endParaRPr lang="en-US" dirty="0">
                  <a:solidFill>
                    <a:schemeClr val="tx1"/>
                  </a:solidFill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E7D25111-879A-1E59-3D7A-996FA69625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317" y="1162831"/>
                <a:ext cx="1303604" cy="529883"/>
              </a:xfrm>
              <a:custGeom>
                <a:avLst/>
                <a:gdLst>
                  <a:gd name="csX0" fmla="*/ 609600 w 975360"/>
                  <a:gd name="csY0" fmla="*/ 0 h 464234"/>
                  <a:gd name="csX1" fmla="*/ 121920 w 975360"/>
                  <a:gd name="csY1" fmla="*/ 60960 h 464234"/>
                  <a:gd name="csX2" fmla="*/ 0 w 975360"/>
                  <a:gd name="csY2" fmla="*/ 431409 h 464234"/>
                  <a:gd name="csX3" fmla="*/ 811237 w 975360"/>
                  <a:gd name="csY3" fmla="*/ 464234 h 464234"/>
                  <a:gd name="csX4" fmla="*/ 975360 w 975360"/>
                  <a:gd name="csY4" fmla="*/ 117231 h 464234"/>
                  <a:gd name="csX5" fmla="*/ 609600 w 975360"/>
                  <a:gd name="csY5" fmla="*/ 0 h 4642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975360" h="464234">
                    <a:moveTo>
                      <a:pt x="609600" y="0"/>
                    </a:moveTo>
                    <a:lnTo>
                      <a:pt x="121920" y="60960"/>
                    </a:lnTo>
                    <a:lnTo>
                      <a:pt x="0" y="431409"/>
                    </a:lnTo>
                    <a:lnTo>
                      <a:pt x="811237" y="464234"/>
                    </a:lnTo>
                    <a:lnTo>
                      <a:pt x="975360" y="117231"/>
                    </a:lnTo>
                    <a:lnTo>
                      <a:pt x="60960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5-Point Star 7">
            <a:extLst>
              <a:ext uri="{FF2B5EF4-FFF2-40B4-BE49-F238E27FC236}">
                <a16:creationId xmlns:a16="http://schemas.microsoft.com/office/drawing/2014/main" id="{E4A83A90-2820-7B37-D931-D1EAE04E9107}"/>
              </a:ext>
            </a:extLst>
          </p:cNvPr>
          <p:cNvSpPr/>
          <p:nvPr/>
        </p:nvSpPr>
        <p:spPr>
          <a:xfrm>
            <a:off x="7774359" y="1022153"/>
            <a:ext cx="64008" cy="64008"/>
          </a:xfrm>
          <a:prstGeom prst="star5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0B2E9B-32CB-3CD6-481B-D8DDD507BB14}"/>
                  </a:ext>
                </a:extLst>
              </p:cNvPr>
              <p:cNvSpPr txBox="1"/>
              <p:nvPr/>
            </p:nvSpPr>
            <p:spPr>
              <a:xfrm>
                <a:off x="7799164" y="883091"/>
                <a:ext cx="3409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0B2E9B-32CB-3CD6-481B-D8DDD507B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164" y="883091"/>
                <a:ext cx="340955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C42EC6-604E-9F84-3322-6A434999D739}"/>
              </a:ext>
            </a:extLst>
          </p:cNvPr>
          <p:cNvCxnSpPr>
            <a:cxnSpLocks/>
          </p:cNvCxnSpPr>
          <p:nvPr/>
        </p:nvCxnSpPr>
        <p:spPr>
          <a:xfrm flipV="1">
            <a:off x="7188229" y="1086161"/>
            <a:ext cx="544606" cy="2922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ACA426C9-AE1A-307D-C599-DC2F53CD9B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317" y="2087789"/>
            <a:ext cx="7532701" cy="272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40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ABB71F-9C56-4B8C-B038-3260D001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436" y="4914900"/>
            <a:ext cx="283264" cy="285750"/>
          </a:xfrm>
        </p:spPr>
        <p:txBody>
          <a:bodyPr/>
          <a:lstStyle/>
          <a:p>
            <a:pPr defTabSz="685773"/>
            <a:fld id="{FE7A4BB3-E848-5A44-82DF-322201952CD8}" type="slidenum">
              <a:rPr lang="en-US" smtClean="0"/>
              <a:pPr defTabSz="685773"/>
              <a:t>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EE05DE-9378-6A1D-FDA2-E8727193323F}"/>
              </a:ext>
            </a:extLst>
          </p:cNvPr>
          <p:cNvSpPr txBox="1"/>
          <p:nvPr/>
        </p:nvSpPr>
        <p:spPr>
          <a:xfrm>
            <a:off x="2664445" y="4457230"/>
            <a:ext cx="3581650" cy="4114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  <a:hlinkClick r:id="rId2"/>
              </a:rPr>
              <a:t>github.com/</a:t>
            </a:r>
            <a:r>
              <a:rPr lang="en-US" sz="1600" b="1" dirty="0" err="1">
                <a:latin typeface="+mj-lt"/>
                <a:hlinkClick r:id="rId2"/>
              </a:rPr>
              <a:t>pnnl</a:t>
            </a:r>
            <a:r>
              <a:rPr lang="en-US" sz="1600" b="1" dirty="0">
                <a:latin typeface="+mj-lt"/>
                <a:hlinkClick r:id="rId2"/>
              </a:rPr>
              <a:t>/</a:t>
            </a:r>
            <a:r>
              <a:rPr lang="en-US" sz="1600" b="1" dirty="0" err="1">
                <a:latin typeface="+mj-lt"/>
                <a:hlinkClick r:id="rId2"/>
              </a:rPr>
              <a:t>neuromancer</a:t>
            </a:r>
            <a:endParaRPr lang="en-US" sz="1600" b="1" err="1">
              <a:solidFill>
                <a:srgbClr val="4C483D"/>
              </a:solidFill>
              <a:latin typeface="+mj-lt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9109E2-90C2-5BE8-D8E4-033BABA2F4DE}"/>
              </a:ext>
            </a:extLst>
          </p:cNvPr>
          <p:cNvSpPr txBox="1"/>
          <p:nvPr/>
        </p:nvSpPr>
        <p:spPr>
          <a:xfrm>
            <a:off x="596229" y="2548583"/>
            <a:ext cx="821820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ea typeface="+mn-lt"/>
                <a:cs typeface="+mn-lt"/>
                <a:hlinkClick r:id="rId3"/>
              </a:rPr>
              <a:t>https://colab.research.google.com/github/SciML-L4DC2026/SciML-L4DC2026/blob/main/notebooks/L2O/Example_1_DC3/Example_1_DC3.ipynb</a:t>
            </a:r>
            <a:r>
              <a:rPr lang="en-US" sz="1600" dirty="0">
                <a:ea typeface="+mn-lt"/>
                <a:cs typeface="+mn-lt"/>
              </a:rPr>
              <a:t> 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11F921F-04A3-3F80-7298-55BBBE514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896" y="3323469"/>
            <a:ext cx="1656570" cy="1656570"/>
          </a:xfrm>
          <a:prstGeom prst="rect">
            <a:avLst/>
          </a:prstGeom>
        </p:spPr>
      </p:pic>
      <p:pic>
        <p:nvPicPr>
          <p:cNvPr id="7" name="Picture 6" descr="A qr code with a few black squares&#10;&#10;AI-generated content may be incorrect.">
            <a:extLst>
              <a:ext uri="{FF2B5EF4-FFF2-40B4-BE49-F238E27FC236}">
                <a16:creationId xmlns:a16="http://schemas.microsoft.com/office/drawing/2014/main" id="{DC513F24-E659-8BB6-C4DD-1AC8938B82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25" y="3200400"/>
            <a:ext cx="1900237" cy="19002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C5218C-1673-2C69-A31E-50BB98567F3C}"/>
              </a:ext>
            </a:extLst>
          </p:cNvPr>
          <p:cNvSpPr txBox="1"/>
          <p:nvPr/>
        </p:nvSpPr>
        <p:spPr>
          <a:xfrm>
            <a:off x="2278856" y="3836194"/>
            <a:ext cx="499902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hlinkClick r:id="rId6"/>
              </a:rPr>
              <a:t>sciml-l4dc2026.github.io/SciML-L4DC2026</a:t>
            </a:r>
            <a:r>
              <a:rPr lang="en-US" sz="1600" b="1" dirty="0"/>
              <a:t> </a:t>
            </a:r>
            <a:endParaRPr lang="en-US" sz="1600" b="1" dirty="0">
              <a:ea typeface="Tahoma"/>
              <a:cs typeface="Tahoma"/>
            </a:endParaRPr>
          </a:p>
          <a:p>
            <a:pPr algn="ctr"/>
            <a:endParaRPr lang="en-US" sz="1600" dirty="0">
              <a:ea typeface="Tahoma"/>
              <a:cs typeface="Tahoma"/>
            </a:endParaRPr>
          </a:p>
        </p:txBody>
      </p:sp>
      <p:pic>
        <p:nvPicPr>
          <p:cNvPr id="6" name="Picture 5" descr="A computer screen with a black background&#10;&#10;AI-generated content may be incorrect.">
            <a:extLst>
              <a:ext uri="{FF2B5EF4-FFF2-40B4-BE49-F238E27FC236}">
                <a16:creationId xmlns:a16="http://schemas.microsoft.com/office/drawing/2014/main" id="{7633F34B-C3CD-AF01-A158-2D44B8B24A4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" r="891"/>
          <a:stretch/>
        </p:blipFill>
        <p:spPr>
          <a:xfrm>
            <a:off x="941194" y="815017"/>
            <a:ext cx="6768092" cy="1528194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51955782-5760-192C-6DB6-D8C7ACA058BF}"/>
              </a:ext>
            </a:extLst>
          </p:cNvPr>
          <p:cNvSpPr txBox="1">
            <a:spLocks/>
          </p:cNvSpPr>
          <p:nvPr/>
        </p:nvSpPr>
        <p:spPr>
          <a:xfrm>
            <a:off x="272005" y="169333"/>
            <a:ext cx="8586245" cy="426763"/>
          </a:xfrm>
          <a:prstGeom prst="rect">
            <a:avLst/>
          </a:prstGeom>
        </p:spPr>
        <p:txBody>
          <a:bodyPr lIns="0" tIns="45720" rIns="91440" bIns="45720" anchor="b"/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>
                <a:latin typeface="Arial"/>
                <a:cs typeface="Arial"/>
              </a:rPr>
              <a:t>L2O Example in </a:t>
            </a:r>
            <a:r>
              <a:rPr lang="en-US" err="1">
                <a:latin typeface="Arial"/>
                <a:cs typeface="Arial"/>
              </a:rPr>
              <a:t>NeuroMANCER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SciML</a:t>
            </a:r>
            <a:r>
              <a:rPr lang="en-US">
                <a:latin typeface="Arial"/>
                <a:cs typeface="Arial"/>
              </a:rPr>
              <a:t> Library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07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1A766D-22D5-BA9D-015D-4E7540E2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7C9C19-900B-C3D9-41BF-ABC2F9D1D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Unrolled L2O for ADMM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018AFF-A946-A286-9BDF-511772D932DF}"/>
                  </a:ext>
                </a:extLst>
              </p:cNvPr>
              <p:cNvSpPr>
                <a:spLocks noGrp="1"/>
              </p:cNvSpPr>
              <p:nvPr>
                <p:ph sz="quarter" idx="20"/>
              </p:nvPr>
            </p:nvSpPr>
            <p:spPr>
              <a:xfrm>
                <a:off x="272005" y="729206"/>
                <a:ext cx="8586245" cy="184730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Parametric convex optimization problem,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are convex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Standard ADMM iterations: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018AFF-A946-A286-9BDF-511772D932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0"/>
              </p:nvPr>
            </p:nvSpPr>
            <p:spPr>
              <a:xfrm>
                <a:off x="272005" y="729206"/>
                <a:ext cx="8586245" cy="1847306"/>
              </a:xfrm>
              <a:blipFill>
                <a:blip r:embed="rId2"/>
                <a:stretch>
                  <a:fillRect l="-295" t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F5ECB3F-E669-36DB-64CC-E2DE978BB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358" y="1128551"/>
            <a:ext cx="1675536" cy="566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2558A5-DC1E-9C51-8AE7-A60E23A3E2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6204" y="2276359"/>
            <a:ext cx="3807963" cy="980347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DB82F185-5284-4254-A85B-38AF40426845}"/>
              </a:ext>
            </a:extLst>
          </p:cNvPr>
          <p:cNvGrpSpPr/>
          <p:nvPr/>
        </p:nvGrpSpPr>
        <p:grpSpPr>
          <a:xfrm>
            <a:off x="9575743" y="2659539"/>
            <a:ext cx="2504213" cy="2165800"/>
            <a:chOff x="5678628" y="1780042"/>
            <a:chExt cx="2504213" cy="216580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5B288072-17AB-E314-F9B3-15AC33612B6B}"/>
                </a:ext>
              </a:extLst>
            </p:cNvPr>
            <p:cNvSpPr/>
            <p:nvPr/>
          </p:nvSpPr>
          <p:spPr>
            <a:xfrm>
              <a:off x="5881253" y="2065190"/>
              <a:ext cx="2098964" cy="337705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5000"/>
                    <a:lumOff val="95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Primal update (x-update)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AD6D559F-0DF3-F350-7339-2BE038CF1505}"/>
                </a:ext>
              </a:extLst>
            </p:cNvPr>
            <p:cNvSpPr/>
            <p:nvPr/>
          </p:nvSpPr>
          <p:spPr>
            <a:xfrm>
              <a:off x="5881252" y="2682754"/>
              <a:ext cx="2098965" cy="337705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5000"/>
                    <a:lumOff val="95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Auxiliary update (z-update)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97B221DA-E07A-0E89-C925-4B5BE638EA3F}"/>
                </a:ext>
              </a:extLst>
            </p:cNvPr>
            <p:cNvSpPr/>
            <p:nvPr/>
          </p:nvSpPr>
          <p:spPr>
            <a:xfrm>
              <a:off x="5881253" y="3305607"/>
              <a:ext cx="2098964" cy="337705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5000"/>
                    <a:lumOff val="95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Dual update (y-update)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639A233-2B65-B57F-EFED-291D82C77BAC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6930735" y="2402895"/>
              <a:ext cx="0" cy="27985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639C668-E919-02AA-3FC4-0ED0F7FFEAE6}"/>
                    </a:ext>
                  </a:extLst>
                </p:cNvPr>
                <p:cNvSpPr txBox="1"/>
                <p:nvPr/>
              </p:nvSpPr>
              <p:spPr>
                <a:xfrm>
                  <a:off x="6974902" y="2393865"/>
                  <a:ext cx="394850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639C668-E919-02AA-3FC4-0ED0F7FFEA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4902" y="2393865"/>
                  <a:ext cx="394850" cy="311560"/>
                </a:xfrm>
                <a:prstGeom prst="rect">
                  <a:avLst/>
                </a:prstGeom>
                <a:blipFill>
                  <a:blip r:embed="rId5"/>
                  <a:stretch>
                    <a:fillRect r="-212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428575F-5A68-3F09-61DA-4F25CB337492}"/>
                </a:ext>
              </a:extLst>
            </p:cNvPr>
            <p:cNvCxnSpPr/>
            <p:nvPr/>
          </p:nvCxnSpPr>
          <p:spPr>
            <a:xfrm>
              <a:off x="6355772" y="1789072"/>
              <a:ext cx="0" cy="27985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EFCCF48-062A-CE3D-A895-3FF7B353C5E9}"/>
                    </a:ext>
                  </a:extLst>
                </p:cNvPr>
                <p:cNvSpPr txBox="1"/>
                <p:nvPr/>
              </p:nvSpPr>
              <p:spPr>
                <a:xfrm>
                  <a:off x="6355772" y="1780042"/>
                  <a:ext cx="394850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EFCCF48-062A-CE3D-A895-3FF7B353C5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5772" y="1780042"/>
                  <a:ext cx="394850" cy="31156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A629F30-A1A4-59DC-7012-6DCAC9C4E687}"/>
                </a:ext>
              </a:extLst>
            </p:cNvPr>
            <p:cNvCxnSpPr/>
            <p:nvPr/>
          </p:nvCxnSpPr>
          <p:spPr>
            <a:xfrm>
              <a:off x="7460823" y="1789072"/>
              <a:ext cx="0" cy="27985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7320163-8093-36E8-865A-823F5A77E94D}"/>
                    </a:ext>
                  </a:extLst>
                </p:cNvPr>
                <p:cNvSpPr txBox="1"/>
                <p:nvPr/>
              </p:nvSpPr>
              <p:spPr>
                <a:xfrm>
                  <a:off x="7065973" y="1786596"/>
                  <a:ext cx="394850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7320163-8093-36E8-865A-823F5A77E9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5973" y="1786596"/>
                  <a:ext cx="394850" cy="311560"/>
                </a:xfrm>
                <a:prstGeom prst="rect">
                  <a:avLst/>
                </a:prstGeom>
                <a:blipFill>
                  <a:blip r:embed="rId7"/>
                  <a:stretch>
                    <a:fillRect b="-38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E2E802-82EA-CCDF-969C-7A5FE361C3F2}"/>
                </a:ext>
              </a:extLst>
            </p:cNvPr>
            <p:cNvCxnSpPr/>
            <p:nvPr/>
          </p:nvCxnSpPr>
          <p:spPr>
            <a:xfrm>
              <a:off x="7460823" y="1865168"/>
              <a:ext cx="72201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1A8B870-794D-FC0C-000E-EAE4EDECE0DE}"/>
                </a:ext>
              </a:extLst>
            </p:cNvPr>
            <p:cNvCxnSpPr>
              <a:cxnSpLocks/>
            </p:cNvCxnSpPr>
            <p:nvPr/>
          </p:nvCxnSpPr>
          <p:spPr>
            <a:xfrm>
              <a:off x="8182841" y="1865168"/>
              <a:ext cx="0" cy="16127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5B22724-7D12-70A5-7AD6-1DEAE486BC0A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H="1">
              <a:off x="7980217" y="2851606"/>
              <a:ext cx="202624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325D33A-AC80-6E19-0E0A-4FD9F186E356}"/>
                </a:ext>
              </a:extLst>
            </p:cNvPr>
            <p:cNvCxnSpPr/>
            <p:nvPr/>
          </p:nvCxnSpPr>
          <p:spPr>
            <a:xfrm>
              <a:off x="6930735" y="3015274"/>
              <a:ext cx="0" cy="27985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092467B-21B1-E4DA-92D4-26FD71F2DA2F}"/>
                    </a:ext>
                  </a:extLst>
                </p:cNvPr>
                <p:cNvSpPr txBox="1"/>
                <p:nvPr/>
              </p:nvSpPr>
              <p:spPr>
                <a:xfrm>
                  <a:off x="6974902" y="3006244"/>
                  <a:ext cx="394850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092467B-21B1-E4DA-92D4-26FD71F2DA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4902" y="3006244"/>
                  <a:ext cx="394850" cy="311560"/>
                </a:xfrm>
                <a:prstGeom prst="rect">
                  <a:avLst/>
                </a:prstGeom>
                <a:blipFill>
                  <a:blip r:embed="rId8"/>
                  <a:stretch>
                    <a:fillRect r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4FB6308-EAF2-F8D9-C779-0237E0DE047D}"/>
                </a:ext>
              </a:extLst>
            </p:cNvPr>
            <p:cNvCxnSpPr/>
            <p:nvPr/>
          </p:nvCxnSpPr>
          <p:spPr>
            <a:xfrm>
              <a:off x="6925694" y="3643312"/>
              <a:ext cx="0" cy="27985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45EB918-98C7-2367-9302-66DC70487F67}"/>
                    </a:ext>
                  </a:extLst>
                </p:cNvPr>
                <p:cNvSpPr txBox="1"/>
                <p:nvPr/>
              </p:nvSpPr>
              <p:spPr>
                <a:xfrm>
                  <a:off x="6969861" y="3634282"/>
                  <a:ext cx="394850" cy="311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45EB918-98C7-2367-9302-66DC70487F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9861" y="3634282"/>
                  <a:ext cx="394850" cy="311560"/>
                </a:xfrm>
                <a:prstGeom prst="rect">
                  <a:avLst/>
                </a:prstGeom>
                <a:blipFill>
                  <a:blip r:embed="rId9"/>
                  <a:stretch>
                    <a:fillRect r="-25000" b="-38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531567D1-3A87-CA58-34B0-D3542748B3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80217" y="3477934"/>
              <a:ext cx="202624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6B68C7B-7D8A-3A20-6FCE-3A9C91F79F47}"/>
                </a:ext>
              </a:extLst>
            </p:cNvPr>
            <p:cNvCxnSpPr>
              <a:cxnSpLocks/>
            </p:cNvCxnSpPr>
            <p:nvPr/>
          </p:nvCxnSpPr>
          <p:spPr>
            <a:xfrm>
              <a:off x="5685560" y="2499224"/>
              <a:ext cx="124013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1E23F20-A3E3-1D60-7432-3E7767852688}"/>
                </a:ext>
              </a:extLst>
            </p:cNvPr>
            <p:cNvCxnSpPr>
              <a:cxnSpLocks/>
            </p:cNvCxnSpPr>
            <p:nvPr/>
          </p:nvCxnSpPr>
          <p:spPr>
            <a:xfrm>
              <a:off x="5685560" y="2499224"/>
              <a:ext cx="0" cy="9787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763839B-D583-8EC2-8E63-6FB0E6B274D5}"/>
                </a:ext>
              </a:extLst>
            </p:cNvPr>
            <p:cNvCxnSpPr>
              <a:cxnSpLocks/>
            </p:cNvCxnSpPr>
            <p:nvPr/>
          </p:nvCxnSpPr>
          <p:spPr>
            <a:xfrm>
              <a:off x="5678628" y="3483549"/>
              <a:ext cx="202624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F208D7-EB9A-856E-6E9A-2D30B9B73325}"/>
              </a:ext>
            </a:extLst>
          </p:cNvPr>
          <p:cNvGrpSpPr/>
          <p:nvPr/>
        </p:nvGrpSpPr>
        <p:grpSpPr>
          <a:xfrm>
            <a:off x="541413" y="2283754"/>
            <a:ext cx="8330581" cy="1156481"/>
            <a:chOff x="541413" y="2283754"/>
            <a:chExt cx="8330581" cy="115648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C9D1A43-9999-B3BC-44A9-D55009686E73}"/>
                    </a:ext>
                  </a:extLst>
                </p14:cNvPr>
                <p14:cNvContentPartPr/>
                <p14:nvPr/>
              </p14:nvContentPartPr>
              <p14:xfrm>
                <a:off x="541413" y="2409980"/>
                <a:ext cx="3862754" cy="45719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C9D1A43-9999-B3BC-44A9-D55009686E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69414" y="2265983"/>
                  <a:ext cx="4006392" cy="3333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Content Placeholder 3">
                  <a:extLst>
                    <a:ext uri="{FF2B5EF4-FFF2-40B4-BE49-F238E27FC236}">
                      <a16:creationId xmlns:a16="http://schemas.microsoft.com/office/drawing/2014/main" id="{685CE308-2C9E-FD24-449C-04C63FD4D2C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572000" y="2283754"/>
                  <a:ext cx="4299994" cy="1156481"/>
                </a:xfrm>
                <a:prstGeom prst="rect">
                  <a:avLst/>
                </a:prstGeom>
              </p:spPr>
              <p:txBody>
                <a:bodyPr/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Wingdings" panose="05000000000000000000" pitchFamily="2" charset="2"/>
                    <a:buChar char="§"/>
                    <a:defRPr sz="12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Wingdings" panose="05000000000000000000" pitchFamily="2" charset="2"/>
                    <a:buChar char="ü"/>
                    <a:defRPr sz="11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Wingdings" panose="05000000000000000000" pitchFamily="2" charset="2"/>
                    <a:buChar char="§"/>
                    <a:defRPr sz="9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dirty="0">
                      <a:solidFill>
                        <a:schemeClr val="accent3">
                          <a:lumMod val="50000"/>
                        </a:schemeClr>
                      </a:solidFill>
                    </a:rPr>
                    <a:t>Primal update is often expensive: learn a surrogate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b="0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a14:m>
                  <a:endParaRPr lang="en-US" dirty="0">
                    <a:solidFill>
                      <a:schemeClr val="accent3">
                        <a:lumMod val="50000"/>
                      </a:schemeClr>
                    </a:solidFill>
                  </a:endParaRPr>
                </a:p>
                <a:p>
                  <a:pPr marL="0" indent="0">
                    <a:buNone/>
                  </a:pPr>
                  <a:r>
                    <a:rPr lang="en-US" dirty="0">
                      <a:solidFill>
                        <a:schemeClr val="accent3">
                          <a:lumMod val="50000"/>
                        </a:schemeClr>
                      </a:solidFill>
                    </a:rPr>
                    <a:t>Or learn a surrogate for both x- and z-updates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d>
                      <m:r>
                        <a:rPr lang="en-US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p>
                          <m:r>
                            <a:rPr lang="en-US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dirty="0">
                    <a:solidFill>
                      <a:schemeClr val="accent3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3" name="Content Placeholder 3">
                  <a:extLst>
                    <a:ext uri="{FF2B5EF4-FFF2-40B4-BE49-F238E27FC236}">
                      <a16:creationId xmlns:a16="http://schemas.microsoft.com/office/drawing/2014/main" id="{685CE308-2C9E-FD24-449C-04C63FD4D2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2283754"/>
                  <a:ext cx="4299994" cy="1156481"/>
                </a:xfrm>
                <a:prstGeom prst="rect">
                  <a:avLst/>
                </a:prstGeom>
                <a:blipFill>
                  <a:blip r:embed="rId12"/>
                  <a:stretch>
                    <a:fillRect l="-590" t="-32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3672061-55D0-C7F0-FC1F-6F780A4B1345}"/>
              </a:ext>
            </a:extLst>
          </p:cNvPr>
          <p:cNvGrpSpPr/>
          <p:nvPr/>
        </p:nvGrpSpPr>
        <p:grpSpPr>
          <a:xfrm>
            <a:off x="272004" y="3440236"/>
            <a:ext cx="8586245" cy="1318593"/>
            <a:chOff x="272004" y="3440236"/>
            <a:chExt cx="8586245" cy="1318593"/>
          </a:xfrm>
        </p:grpSpPr>
        <p:sp>
          <p:nvSpPr>
            <p:cNvPr id="54" name="Content Placeholder 3">
              <a:extLst>
                <a:ext uri="{FF2B5EF4-FFF2-40B4-BE49-F238E27FC236}">
                  <a16:creationId xmlns:a16="http://schemas.microsoft.com/office/drawing/2014/main" id="{9676589E-DFE0-6524-709E-D4F7064F3DF9}"/>
                </a:ext>
              </a:extLst>
            </p:cNvPr>
            <p:cNvSpPr txBox="1">
              <a:spLocks/>
            </p:cNvSpPr>
            <p:nvPr/>
          </p:nvSpPr>
          <p:spPr>
            <a:xfrm>
              <a:off x="272004" y="3440236"/>
              <a:ext cx="8586245" cy="1303214"/>
            </a:xfrm>
            <a:prstGeom prst="rect">
              <a:avLst/>
            </a:prstGeom>
          </p:spPr>
          <p:txBody>
            <a:bodyPr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ü"/>
                <a:defRPr sz="11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9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dirty="0"/>
                <a:t>ADMM-unrolled L2O: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92D540E-9F73-3F26-4319-0E8F6BEA5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96204" y="3802547"/>
              <a:ext cx="2603213" cy="956282"/>
            </a:xfrm>
            <a:prstGeom prst="rect">
              <a:avLst/>
            </a:prstGeom>
          </p:spPr>
        </p:pic>
      </p:grp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0D7F1DE8-F79C-0DCB-0092-8F78A95FB22B}"/>
              </a:ext>
            </a:extLst>
          </p:cNvPr>
          <p:cNvSpPr txBox="1">
            <a:spLocks/>
          </p:cNvSpPr>
          <p:nvPr/>
        </p:nvSpPr>
        <p:spPr>
          <a:xfrm>
            <a:off x="4033182" y="3440234"/>
            <a:ext cx="4838812" cy="149724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ü"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Advantages: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Learning an update step (proximal operator) is simpler than learning the optimal solution.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Feasibility via z-update</a:t>
            </a:r>
          </a:p>
          <a:p>
            <a:pPr marL="0" indent="0">
              <a:buNone/>
            </a:pPr>
            <a:r>
              <a:rPr lang="en-US" b="1" dirty="0"/>
              <a:t>Challenges:</a:t>
            </a:r>
            <a:r>
              <a:rPr lang="en-US" dirty="0"/>
              <a:t> convergence, error propagation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522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BA3C2-860D-2C0B-7125-5DBAF8AA2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12DE8E-E773-3511-9934-CE62738D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3F0EC1-0B06-ADD5-FB1A-0934C935F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Moreau Envelope Framework (LEAF)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B2D38-521A-963D-93B2-7690A0F7730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72005" y="729206"/>
            <a:ext cx="8586245" cy="184730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Parametric convex optimization problem: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Primal update in ADMM-unrolled L2O: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A5C7E7-9B5F-6F80-4A4D-8A4EB519ED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62991" y="1016651"/>
            <a:ext cx="1675534" cy="566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80FF37-E2E8-DDE8-D472-FA9868C82A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4037" y="1963748"/>
            <a:ext cx="3807963" cy="3739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5CE494-13CC-D8B9-0090-2AFB8BF17D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84671" y="2075572"/>
            <a:ext cx="2151623" cy="262172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62CA5635-F930-7D8D-E131-62D63EE69E72}"/>
              </a:ext>
            </a:extLst>
          </p:cNvPr>
          <p:cNvGrpSpPr/>
          <p:nvPr/>
        </p:nvGrpSpPr>
        <p:grpSpPr>
          <a:xfrm>
            <a:off x="278877" y="2532805"/>
            <a:ext cx="8586245" cy="2128997"/>
            <a:chOff x="278877" y="2532805"/>
            <a:chExt cx="8586245" cy="2128997"/>
          </a:xfrm>
        </p:grpSpPr>
        <p:sp>
          <p:nvSpPr>
            <p:cNvPr id="54" name="Content Placeholder 3">
              <a:extLst>
                <a:ext uri="{FF2B5EF4-FFF2-40B4-BE49-F238E27FC236}">
                  <a16:creationId xmlns:a16="http://schemas.microsoft.com/office/drawing/2014/main" id="{52D2BDEF-4432-8034-73C3-FA2D899D317D}"/>
                </a:ext>
              </a:extLst>
            </p:cNvPr>
            <p:cNvSpPr txBox="1">
              <a:spLocks/>
            </p:cNvSpPr>
            <p:nvPr/>
          </p:nvSpPr>
          <p:spPr>
            <a:xfrm>
              <a:off x="278877" y="2532805"/>
              <a:ext cx="8586245" cy="871495"/>
            </a:xfrm>
            <a:prstGeom prst="rect">
              <a:avLst/>
            </a:prstGeom>
          </p:spPr>
          <p:txBody>
            <a:bodyPr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ü"/>
                <a:defRPr sz="11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9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dirty="0"/>
                <a:t>Moreau envelope = optimal objective: 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4968EB0-E5F6-5687-8539-9F7FC6781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11729" y="2862762"/>
              <a:ext cx="3160271" cy="367473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3EFF300-C683-3043-872E-E1445D481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4037" y="4236691"/>
              <a:ext cx="3725517" cy="425111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8996CA4-EE37-A11D-4856-1F68918322F6}"/>
              </a:ext>
            </a:extLst>
          </p:cNvPr>
          <p:cNvGrpSpPr/>
          <p:nvPr/>
        </p:nvGrpSpPr>
        <p:grpSpPr>
          <a:xfrm>
            <a:off x="1411729" y="3025374"/>
            <a:ext cx="3626796" cy="938705"/>
            <a:chOff x="1411729" y="3025374"/>
            <a:chExt cx="3626796" cy="93870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8FD00E1-51FC-F587-412A-167E9F6DD89D}"/>
                    </a:ext>
                  </a:extLst>
                </p14:cNvPr>
                <p14:cNvContentPartPr/>
                <p14:nvPr/>
              </p14:nvContentPartPr>
              <p14:xfrm>
                <a:off x="1411729" y="3025374"/>
                <a:ext cx="3200400" cy="45719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8FD00E1-51FC-F587-412A-167E9F6DD89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39729" y="2881377"/>
                  <a:ext cx="3344040" cy="3333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Line Callout 1 24">
                  <a:extLst>
                    <a:ext uri="{FF2B5EF4-FFF2-40B4-BE49-F238E27FC236}">
                      <a16:creationId xmlns:a16="http://schemas.microsoft.com/office/drawing/2014/main" id="{CC71A02A-AB5C-C21A-5CEE-676817ECA43C}"/>
                    </a:ext>
                  </a:extLst>
                </p:cNvPr>
                <p:cNvSpPr/>
                <p:nvPr/>
              </p:nvSpPr>
              <p:spPr>
                <a:xfrm>
                  <a:off x="2109821" y="3394114"/>
                  <a:ext cx="2928704" cy="569965"/>
                </a:xfrm>
                <a:custGeom>
                  <a:avLst/>
                  <a:gdLst>
                    <a:gd name="csX0" fmla="*/ 0 w 2928704"/>
                    <a:gd name="csY0" fmla="*/ 0 h 569965"/>
                    <a:gd name="csX1" fmla="*/ 556454 w 2928704"/>
                    <a:gd name="csY1" fmla="*/ 0 h 569965"/>
                    <a:gd name="csX2" fmla="*/ 1142195 w 2928704"/>
                    <a:gd name="csY2" fmla="*/ 0 h 569965"/>
                    <a:gd name="csX3" fmla="*/ 1757222 w 2928704"/>
                    <a:gd name="csY3" fmla="*/ 0 h 569965"/>
                    <a:gd name="csX4" fmla="*/ 2372250 w 2928704"/>
                    <a:gd name="csY4" fmla="*/ 0 h 569965"/>
                    <a:gd name="csX5" fmla="*/ 2928704 w 2928704"/>
                    <a:gd name="csY5" fmla="*/ 0 h 569965"/>
                    <a:gd name="csX6" fmla="*/ 2928704 w 2928704"/>
                    <a:gd name="csY6" fmla="*/ 569965 h 569965"/>
                    <a:gd name="csX7" fmla="*/ 2284389 w 2928704"/>
                    <a:gd name="csY7" fmla="*/ 569965 h 569965"/>
                    <a:gd name="csX8" fmla="*/ 1640074 w 2928704"/>
                    <a:gd name="csY8" fmla="*/ 569965 h 569965"/>
                    <a:gd name="csX9" fmla="*/ 1054333 w 2928704"/>
                    <a:gd name="csY9" fmla="*/ 569965 h 569965"/>
                    <a:gd name="csX10" fmla="*/ 0 w 2928704"/>
                    <a:gd name="csY10" fmla="*/ 569965 h 569965"/>
                    <a:gd name="csX11" fmla="*/ 0 w 2928704"/>
                    <a:gd name="csY11" fmla="*/ 0 h 569965"/>
                    <a:gd name="csX0" fmla="*/ -93748 w 2928704"/>
                    <a:gd name="csY0" fmla="*/ 131702 h 569965"/>
                    <a:gd name="csX1" fmla="*/ -349541 w 2928704"/>
                    <a:gd name="csY1" fmla="*/ -181608 h 5699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928704" h="569965" fill="none" extrusionOk="0">
                      <a:moveTo>
                        <a:pt x="0" y="0"/>
                      </a:moveTo>
                      <a:cubicBezTo>
                        <a:pt x="248629" y="-6747"/>
                        <a:pt x="289452" y="-25347"/>
                        <a:pt x="556454" y="0"/>
                      </a:cubicBezTo>
                      <a:cubicBezTo>
                        <a:pt x="823456" y="25347"/>
                        <a:pt x="902388" y="-8953"/>
                        <a:pt x="1142195" y="0"/>
                      </a:cubicBezTo>
                      <a:cubicBezTo>
                        <a:pt x="1382002" y="8953"/>
                        <a:pt x="1517411" y="-28861"/>
                        <a:pt x="1757222" y="0"/>
                      </a:cubicBezTo>
                      <a:cubicBezTo>
                        <a:pt x="1997033" y="28861"/>
                        <a:pt x="2243681" y="-5505"/>
                        <a:pt x="2372250" y="0"/>
                      </a:cubicBezTo>
                      <a:cubicBezTo>
                        <a:pt x="2500819" y="5505"/>
                        <a:pt x="2763696" y="-13177"/>
                        <a:pt x="2928704" y="0"/>
                      </a:cubicBezTo>
                      <a:cubicBezTo>
                        <a:pt x="2932823" y="187208"/>
                        <a:pt x="2954568" y="410048"/>
                        <a:pt x="2928704" y="569965"/>
                      </a:cubicBezTo>
                      <a:cubicBezTo>
                        <a:pt x="2618723" y="590142"/>
                        <a:pt x="2419336" y="584873"/>
                        <a:pt x="2284389" y="569965"/>
                      </a:cubicBezTo>
                      <a:cubicBezTo>
                        <a:pt x="2149442" y="555057"/>
                        <a:pt x="1907253" y="562933"/>
                        <a:pt x="1640074" y="569965"/>
                      </a:cubicBezTo>
                      <a:cubicBezTo>
                        <a:pt x="1372895" y="576997"/>
                        <a:pt x="1182729" y="561474"/>
                        <a:pt x="1054333" y="569965"/>
                      </a:cubicBezTo>
                      <a:cubicBezTo>
                        <a:pt x="925937" y="578456"/>
                        <a:pt x="352602" y="612905"/>
                        <a:pt x="0" y="569965"/>
                      </a:cubicBezTo>
                      <a:cubicBezTo>
                        <a:pt x="-4408" y="392048"/>
                        <a:pt x="17897" y="144891"/>
                        <a:pt x="0" y="0"/>
                      </a:cubicBezTo>
                      <a:close/>
                    </a:path>
                    <a:path w="2928704" h="569965" fill="none" extrusionOk="0">
                      <a:moveTo>
                        <a:pt x="-93748" y="131702"/>
                      </a:moveTo>
                      <a:cubicBezTo>
                        <a:pt x="-169108" y="42569"/>
                        <a:pt x="-239563" y="-58998"/>
                        <a:pt x="-349541" y="-181608"/>
                      </a:cubicBezTo>
                    </a:path>
                    <a:path w="2928704" h="569965" stroke="0" extrusionOk="0">
                      <a:moveTo>
                        <a:pt x="0" y="0"/>
                      </a:moveTo>
                      <a:cubicBezTo>
                        <a:pt x="171303" y="9214"/>
                        <a:pt x="335022" y="-15756"/>
                        <a:pt x="556454" y="0"/>
                      </a:cubicBezTo>
                      <a:cubicBezTo>
                        <a:pt x="777886" y="15756"/>
                        <a:pt x="932780" y="20008"/>
                        <a:pt x="1054333" y="0"/>
                      </a:cubicBezTo>
                      <a:cubicBezTo>
                        <a:pt x="1175886" y="-20008"/>
                        <a:pt x="1384826" y="-31961"/>
                        <a:pt x="1698648" y="0"/>
                      </a:cubicBezTo>
                      <a:cubicBezTo>
                        <a:pt x="2012470" y="31961"/>
                        <a:pt x="1999956" y="-21927"/>
                        <a:pt x="2255102" y="0"/>
                      </a:cubicBezTo>
                      <a:cubicBezTo>
                        <a:pt x="2510248" y="21927"/>
                        <a:pt x="2649017" y="30964"/>
                        <a:pt x="2928704" y="0"/>
                      </a:cubicBezTo>
                      <a:cubicBezTo>
                        <a:pt x="2913241" y="236020"/>
                        <a:pt x="2948251" y="345810"/>
                        <a:pt x="2928704" y="569965"/>
                      </a:cubicBezTo>
                      <a:cubicBezTo>
                        <a:pt x="2721826" y="565808"/>
                        <a:pt x="2610942" y="566742"/>
                        <a:pt x="2342963" y="569965"/>
                      </a:cubicBezTo>
                      <a:cubicBezTo>
                        <a:pt x="2074984" y="573188"/>
                        <a:pt x="1948127" y="597874"/>
                        <a:pt x="1698648" y="569965"/>
                      </a:cubicBezTo>
                      <a:cubicBezTo>
                        <a:pt x="1449169" y="542056"/>
                        <a:pt x="1442822" y="546964"/>
                        <a:pt x="1200769" y="569965"/>
                      </a:cubicBezTo>
                      <a:cubicBezTo>
                        <a:pt x="958716" y="592966"/>
                        <a:pt x="827016" y="586372"/>
                        <a:pt x="615028" y="569965"/>
                      </a:cubicBezTo>
                      <a:cubicBezTo>
                        <a:pt x="403040" y="553558"/>
                        <a:pt x="302777" y="563220"/>
                        <a:pt x="0" y="569965"/>
                      </a:cubicBezTo>
                      <a:cubicBezTo>
                        <a:pt x="-25009" y="288638"/>
                        <a:pt x="8106" y="284925"/>
                        <a:pt x="0" y="0"/>
                      </a:cubicBezTo>
                      <a:close/>
                    </a:path>
                    <a:path w="2928704" h="569965" fill="none" stroke="0" extrusionOk="0">
                      <a:moveTo>
                        <a:pt x="-93748" y="131702"/>
                      </a:moveTo>
                      <a:cubicBezTo>
                        <a:pt x="-165758" y="64144"/>
                        <a:pt x="-280060" y="-88679"/>
                        <a:pt x="-349541" y="-181608"/>
                      </a:cubicBezTo>
                    </a:path>
                  </a:pathLst>
                </a:custGeom>
                <a:solidFill>
                  <a:srgbClr val="BBD2E8"/>
                </a:solidFill>
                <a:ln>
                  <a:solidFill>
                    <a:schemeClr val="accent3">
                      <a:lumMod val="75000"/>
                    </a:schemeClr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borderCallout1">
                          <a:avLst>
                            <a:gd name="adj1" fmla="val 23107"/>
                            <a:gd name="adj2" fmla="val -3201"/>
                            <a:gd name="adj3" fmla="val -31863"/>
                            <a:gd name="adj4" fmla="val -11935"/>
                          </a:avLst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𝑀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1/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𝜌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𝑓</m:t>
                      </m:r>
                    </m:oMath>
                  </a14:m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is convex &amp; bounded by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𝑓</m:t>
                      </m:r>
                    </m:oMath>
                  </a14:m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 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∇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𝑀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1/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𝜌</m:t>
                          </m:r>
                        </m:sub>
                      </m:sSub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𝑓</m:t>
                      </m:r>
                    </m:oMath>
                  </a14:m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is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𝜌</m:t>
                      </m:r>
                    </m:oMath>
                  </a14:m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-Lipschitz continuous</a:t>
                  </a:r>
                </a:p>
              </p:txBody>
            </p:sp>
          </mc:Choice>
          <mc:Fallback xmlns="">
            <p:sp>
              <p:nvSpPr>
                <p:cNvPr id="25" name="Line Callout 1 24">
                  <a:extLst>
                    <a:ext uri="{FF2B5EF4-FFF2-40B4-BE49-F238E27FC236}">
                      <a16:creationId xmlns:a16="http://schemas.microsoft.com/office/drawing/2014/main" id="{CC71A02A-AB5C-C21A-5CEE-676817ECA4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9821" y="3394114"/>
                  <a:ext cx="2928704" cy="569965"/>
                </a:xfrm>
                <a:prstGeom prst="borderCallout1">
                  <a:avLst>
                    <a:gd name="adj1" fmla="val 23107"/>
                    <a:gd name="adj2" fmla="val -3201"/>
                    <a:gd name="adj3" fmla="val -31863"/>
                    <a:gd name="adj4" fmla="val -11935"/>
                  </a:avLst>
                </a:prstGeom>
                <a:blipFill>
                  <a:blip r:embed="rId9"/>
                  <a:stretch>
                    <a:fillRect b="-1587"/>
                  </a:stretch>
                </a:blipFill>
                <a:ln>
                  <a:solidFill>
                    <a:schemeClr val="accent3">
                      <a:lumMod val="75000"/>
                    </a:schemeClr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custGeom>
                          <a:avLst/>
                          <a:gdLst>
                            <a:gd name="csX0" fmla="*/ 0 w 2928704"/>
                            <a:gd name="csY0" fmla="*/ 0 h 569965"/>
                            <a:gd name="csX1" fmla="*/ 556454 w 2928704"/>
                            <a:gd name="csY1" fmla="*/ 0 h 569965"/>
                            <a:gd name="csX2" fmla="*/ 1142195 w 2928704"/>
                            <a:gd name="csY2" fmla="*/ 0 h 569965"/>
                            <a:gd name="csX3" fmla="*/ 1757222 w 2928704"/>
                            <a:gd name="csY3" fmla="*/ 0 h 569965"/>
                            <a:gd name="csX4" fmla="*/ 2372250 w 2928704"/>
                            <a:gd name="csY4" fmla="*/ 0 h 569965"/>
                            <a:gd name="csX5" fmla="*/ 2928704 w 2928704"/>
                            <a:gd name="csY5" fmla="*/ 0 h 569965"/>
                            <a:gd name="csX6" fmla="*/ 2928704 w 2928704"/>
                            <a:gd name="csY6" fmla="*/ 569965 h 569965"/>
                            <a:gd name="csX7" fmla="*/ 2284389 w 2928704"/>
                            <a:gd name="csY7" fmla="*/ 569965 h 569965"/>
                            <a:gd name="csX8" fmla="*/ 1640074 w 2928704"/>
                            <a:gd name="csY8" fmla="*/ 569965 h 569965"/>
                            <a:gd name="csX9" fmla="*/ 1054333 w 2928704"/>
                            <a:gd name="csY9" fmla="*/ 569965 h 569965"/>
                            <a:gd name="csX10" fmla="*/ 0 w 2928704"/>
                            <a:gd name="csY10" fmla="*/ 569965 h 569965"/>
                            <a:gd name="csX11" fmla="*/ 0 w 2928704"/>
                            <a:gd name="csY11" fmla="*/ 0 h 569965"/>
                            <a:gd name="csX0" fmla="*/ -93748 w 2928704"/>
                            <a:gd name="csY0" fmla="*/ 131702 h 569965"/>
                            <a:gd name="csX1" fmla="*/ -349541 w 2928704"/>
                            <a:gd name="csY1" fmla="*/ -181608 h 569965"/>
                          </a:gdLst>
                          <a:ahLst/>
                          <a:cxnLst>
                            <a:cxn ang="0">
                              <a:pos x="csX0" y="csY0"/>
                            </a:cxn>
                            <a:cxn ang="0">
                              <a:pos x="csX1" y="csY1"/>
                            </a:cxn>
                          </a:cxnLst>
                          <a:rect l="l" t="t" r="r" b="b"/>
                          <a:pathLst>
                            <a:path w="2928704" h="569965" fill="none" extrusionOk="0">
                              <a:moveTo>
                                <a:pt x="0" y="0"/>
                              </a:moveTo>
                              <a:cubicBezTo>
                                <a:pt x="248629" y="-6747"/>
                                <a:pt x="289452" y="-25347"/>
                                <a:pt x="556454" y="0"/>
                              </a:cubicBezTo>
                              <a:cubicBezTo>
                                <a:pt x="823456" y="25347"/>
                                <a:pt x="902388" y="-8953"/>
                                <a:pt x="1142195" y="0"/>
                              </a:cubicBezTo>
                              <a:cubicBezTo>
                                <a:pt x="1382002" y="8953"/>
                                <a:pt x="1517411" y="-28861"/>
                                <a:pt x="1757222" y="0"/>
                              </a:cubicBezTo>
                              <a:cubicBezTo>
                                <a:pt x="1997033" y="28861"/>
                                <a:pt x="2243681" y="-5505"/>
                                <a:pt x="2372250" y="0"/>
                              </a:cubicBezTo>
                              <a:cubicBezTo>
                                <a:pt x="2500819" y="5505"/>
                                <a:pt x="2763696" y="-13177"/>
                                <a:pt x="2928704" y="0"/>
                              </a:cubicBezTo>
                              <a:cubicBezTo>
                                <a:pt x="2932823" y="187208"/>
                                <a:pt x="2954568" y="410048"/>
                                <a:pt x="2928704" y="569965"/>
                              </a:cubicBezTo>
                              <a:cubicBezTo>
                                <a:pt x="2618723" y="590142"/>
                                <a:pt x="2419336" y="584873"/>
                                <a:pt x="2284389" y="569965"/>
                              </a:cubicBezTo>
                              <a:cubicBezTo>
                                <a:pt x="2149442" y="555057"/>
                                <a:pt x="1907253" y="562933"/>
                                <a:pt x="1640074" y="569965"/>
                              </a:cubicBezTo>
                              <a:cubicBezTo>
                                <a:pt x="1372895" y="576997"/>
                                <a:pt x="1182729" y="561474"/>
                                <a:pt x="1054333" y="569965"/>
                              </a:cubicBezTo>
                              <a:cubicBezTo>
                                <a:pt x="925937" y="578456"/>
                                <a:pt x="352602" y="612905"/>
                                <a:pt x="0" y="569965"/>
                              </a:cubicBezTo>
                              <a:cubicBezTo>
                                <a:pt x="-4408" y="392048"/>
                                <a:pt x="17897" y="144891"/>
                                <a:pt x="0" y="0"/>
                              </a:cubicBezTo>
                              <a:close/>
                            </a:path>
                            <a:path w="2928704" h="569965" fill="none" extrusionOk="0">
                              <a:moveTo>
                                <a:pt x="-93748" y="131702"/>
                              </a:moveTo>
                              <a:cubicBezTo>
                                <a:pt x="-169108" y="42569"/>
                                <a:pt x="-239563" y="-58998"/>
                                <a:pt x="-349541" y="-181608"/>
                              </a:cubicBezTo>
                            </a:path>
                            <a:path w="2928704" h="569965" stroke="0" extrusionOk="0">
                              <a:moveTo>
                                <a:pt x="0" y="0"/>
                              </a:moveTo>
                              <a:cubicBezTo>
                                <a:pt x="171303" y="9214"/>
                                <a:pt x="335022" y="-15756"/>
                                <a:pt x="556454" y="0"/>
                              </a:cubicBezTo>
                              <a:cubicBezTo>
                                <a:pt x="777886" y="15756"/>
                                <a:pt x="932780" y="20008"/>
                                <a:pt x="1054333" y="0"/>
                              </a:cubicBezTo>
                              <a:cubicBezTo>
                                <a:pt x="1175886" y="-20008"/>
                                <a:pt x="1384826" y="-31961"/>
                                <a:pt x="1698648" y="0"/>
                              </a:cubicBezTo>
                              <a:cubicBezTo>
                                <a:pt x="2012470" y="31961"/>
                                <a:pt x="1999956" y="-21927"/>
                                <a:pt x="2255102" y="0"/>
                              </a:cubicBezTo>
                              <a:cubicBezTo>
                                <a:pt x="2510248" y="21927"/>
                                <a:pt x="2649017" y="30964"/>
                                <a:pt x="2928704" y="0"/>
                              </a:cubicBezTo>
                              <a:cubicBezTo>
                                <a:pt x="2913241" y="236020"/>
                                <a:pt x="2948251" y="345810"/>
                                <a:pt x="2928704" y="569965"/>
                              </a:cubicBezTo>
                              <a:cubicBezTo>
                                <a:pt x="2721826" y="565808"/>
                                <a:pt x="2610942" y="566742"/>
                                <a:pt x="2342963" y="569965"/>
                              </a:cubicBezTo>
                              <a:cubicBezTo>
                                <a:pt x="2074984" y="573188"/>
                                <a:pt x="1948127" y="597874"/>
                                <a:pt x="1698648" y="569965"/>
                              </a:cubicBezTo>
                              <a:cubicBezTo>
                                <a:pt x="1449169" y="542056"/>
                                <a:pt x="1442822" y="546964"/>
                                <a:pt x="1200769" y="569965"/>
                              </a:cubicBezTo>
                              <a:cubicBezTo>
                                <a:pt x="958716" y="592966"/>
                                <a:pt x="827016" y="586372"/>
                                <a:pt x="615028" y="569965"/>
                              </a:cubicBezTo>
                              <a:cubicBezTo>
                                <a:pt x="403040" y="553558"/>
                                <a:pt x="302777" y="563220"/>
                                <a:pt x="0" y="569965"/>
                              </a:cubicBezTo>
                              <a:cubicBezTo>
                                <a:pt x="-25009" y="288638"/>
                                <a:pt x="8106" y="284925"/>
                                <a:pt x="0" y="0"/>
                              </a:cubicBezTo>
                              <a:close/>
                            </a:path>
                            <a:path w="2928704" h="569965" fill="none" stroke="0" extrusionOk="0">
                              <a:moveTo>
                                <a:pt x="-93748" y="131702"/>
                              </a:moveTo>
                              <a:cubicBezTo>
                                <a:pt x="-165758" y="64144"/>
                                <a:pt x="-280060" y="-88679"/>
                                <a:pt x="-349541" y="-181608"/>
                              </a:cubicBezTo>
                            </a:path>
                          </a:pathLst>
                        </a:cu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611EB4E9-6B58-CB20-1FC1-430654CA34BC}"/>
              </a:ext>
            </a:extLst>
          </p:cNvPr>
          <p:cNvSpPr txBox="1">
            <a:spLocks/>
          </p:cNvSpPr>
          <p:nvPr/>
        </p:nvSpPr>
        <p:spPr>
          <a:xfrm>
            <a:off x="6054289" y="2366041"/>
            <a:ext cx="2523484" cy="35382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ü"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solidFill>
                  <a:srgbClr val="C00000"/>
                </a:solidFill>
              </a:rPr>
              <a:t>vector output, no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3">
                <a:extLst>
                  <a:ext uri="{FF2B5EF4-FFF2-40B4-BE49-F238E27FC236}">
                    <a16:creationId xmlns:a16="http://schemas.microsoft.com/office/drawing/2014/main" id="{2AB5E2C3-AC35-4D39-A94A-A0A0951F60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96023" y="2872005"/>
                <a:ext cx="3462227" cy="1295622"/>
              </a:xfrm>
              <a:prstGeom prst="rect">
                <a:avLst/>
              </a:prstGeom>
            </p:spPr>
            <p:txBody>
              <a:bodyPr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Wingdings" panose="05000000000000000000" pitchFamily="2" charset="2"/>
                  <a:buChar char="§"/>
                  <a:defRPr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Wingdings" panose="05000000000000000000" pitchFamily="2" charset="2"/>
                  <a:buChar char="ü"/>
                  <a:defRPr sz="11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Wingdings" panose="05000000000000000000" pitchFamily="2" charset="2"/>
                  <a:buChar char="§"/>
                  <a:defRPr sz="9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rgbClr val="0432FF"/>
                    </a:solidFill>
                  </a:rPr>
                  <a:t>Learn surrogate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dirty="0">
                    <a:solidFill>
                      <a:srgbClr val="0432FF"/>
                    </a:solidFill>
                  </a:rPr>
                  <a:t>Scalar output</a:t>
                </a:r>
              </a:p>
              <a:p>
                <a:r>
                  <a:rPr lang="en-US" dirty="0">
                    <a:solidFill>
                      <a:srgbClr val="0432FF"/>
                    </a:solidFill>
                  </a:rPr>
                  <a:t>ICNN to enforce convexity &amp; Lipschitz</a:t>
                </a:r>
              </a:p>
              <a:p>
                <a:r>
                  <a:rPr lang="en-US" dirty="0">
                    <a:solidFill>
                      <a:srgbClr val="0432FF"/>
                    </a:solidFill>
                  </a:rPr>
                  <a:t>Boundedness</a:t>
                </a:r>
              </a:p>
            </p:txBody>
          </p:sp>
        </mc:Choice>
        <mc:Fallback xmlns="">
          <p:sp>
            <p:nvSpPr>
              <p:cNvPr id="27" name="Content Placeholder 3">
                <a:extLst>
                  <a:ext uri="{FF2B5EF4-FFF2-40B4-BE49-F238E27FC236}">
                    <a16:creationId xmlns:a16="http://schemas.microsoft.com/office/drawing/2014/main" id="{2AB5E2C3-AC35-4D39-A94A-A0A0951F6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023" y="2872005"/>
                <a:ext cx="3462227" cy="1295622"/>
              </a:xfrm>
              <a:prstGeom prst="rect">
                <a:avLst/>
              </a:prstGeom>
              <a:blipFill>
                <a:blip r:embed="rId10"/>
                <a:stretch>
                  <a:fillRect l="-365" t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66059C25-E0C4-DCBD-A6DE-CD1463474C5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265643" y="4223114"/>
            <a:ext cx="3592607" cy="438122"/>
          </a:xfrm>
          <a:prstGeom prst="rect">
            <a:avLst/>
          </a:prstGeom>
        </p:spPr>
      </p:pic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03AD16C3-5F6C-217A-3ED9-2031EF2D58A8}"/>
              </a:ext>
            </a:extLst>
          </p:cNvPr>
          <p:cNvSpPr txBox="1">
            <a:spLocks/>
          </p:cNvSpPr>
          <p:nvPr/>
        </p:nvSpPr>
        <p:spPr>
          <a:xfrm>
            <a:off x="308980" y="4716724"/>
            <a:ext cx="6850505" cy="31841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ü"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/>
              <a:t>B. Nguyen et al., </a:t>
            </a:r>
            <a:r>
              <a:rPr lang="en-US" sz="1000" i="1" dirty="0"/>
              <a:t>“</a:t>
            </a:r>
            <a:r>
              <a:rPr lang="en-US" sz="1100" i="1" dirty="0"/>
              <a:t>LEAF</a:t>
            </a:r>
            <a:r>
              <a:rPr lang="en-US" sz="1000" i="1" dirty="0"/>
              <a:t>: A learning-enabled ADMM framework for accelerated convex optimization,”</a:t>
            </a:r>
            <a:r>
              <a:rPr lang="en-US" sz="1000" dirty="0"/>
              <a:t> 2026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9CE4D74-E56A-5EDD-E8D4-24F5AAB050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79976" y="609867"/>
            <a:ext cx="3049544" cy="127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28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9F437A-C549-D509-B27D-4367F6673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F6E7B5-A4E4-82F3-4AF0-05AB4A4FA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Hard-Constrained Unrolled ADMM (</a:t>
            </a:r>
            <a:r>
              <a:rPr lang="en-US" dirty="0" err="1"/>
              <a:t>HUANet</a:t>
            </a:r>
            <a:r>
              <a:rPr lang="en-US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3CAC9-B814-8974-6A21-A544B35AEF8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72005" y="729205"/>
            <a:ext cx="8586245" cy="8806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Unroll ADMM iterations into NN with KKT optimality conditions, trained with self-supervised learning.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6348314-31E0-E08A-E476-4C5D5D75651C}"/>
              </a:ext>
            </a:extLst>
          </p:cNvPr>
          <p:cNvSpPr txBox="1">
            <a:spLocks/>
          </p:cNvSpPr>
          <p:nvPr/>
        </p:nvSpPr>
        <p:spPr>
          <a:xfrm>
            <a:off x="422303" y="4777428"/>
            <a:ext cx="6740368" cy="31841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ü"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/>
              <a:t>T. Tran, et al., </a:t>
            </a:r>
            <a:r>
              <a:rPr lang="en-US" sz="1000" i="1" dirty="0"/>
              <a:t>“</a:t>
            </a:r>
            <a:r>
              <a:rPr lang="en-US" sz="1000" i="1" dirty="0" err="1"/>
              <a:t>HUANet</a:t>
            </a:r>
            <a:r>
              <a:rPr lang="en-US" sz="1000" i="1" dirty="0"/>
              <a:t>: Hard-Constrained Unrolled ADMM for Constrained Convex Optimization,”</a:t>
            </a:r>
            <a:r>
              <a:rPr lang="en-US" sz="1000" dirty="0"/>
              <a:t> 2026.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FCAF19-3EF5-0841-AA2F-5FD61BE49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77734" y="729206"/>
            <a:ext cx="976286" cy="7063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FEAA17-0297-A25A-43AE-12413A035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9418"/>
            <a:ext cx="3504960" cy="12271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F0B92B-2CBA-03C9-2E6E-2C6DF279C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01387" y="729206"/>
            <a:ext cx="1371349" cy="880682"/>
          </a:xfrm>
          <a:prstGeom prst="rect">
            <a:avLst/>
          </a:prstGeom>
        </p:spPr>
      </p:pic>
      <p:sp>
        <p:nvSpPr>
          <p:cNvPr id="9" name="Left-Right Arrow 8">
            <a:extLst>
              <a:ext uri="{FF2B5EF4-FFF2-40B4-BE49-F238E27FC236}">
                <a16:creationId xmlns:a16="http://schemas.microsoft.com/office/drawing/2014/main" id="{65AC3CBF-4ED4-BDC9-2890-48DA8F3D7B03}"/>
              </a:ext>
            </a:extLst>
          </p:cNvPr>
          <p:cNvSpPr/>
          <p:nvPr/>
        </p:nvSpPr>
        <p:spPr>
          <a:xfrm>
            <a:off x="-2735197" y="1071682"/>
            <a:ext cx="567559" cy="195729"/>
          </a:xfrm>
          <a:prstGeom prst="left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287C0B-4E4F-05EF-54F8-3D0D1CAF58DB}"/>
              </a:ext>
            </a:extLst>
          </p:cNvPr>
          <p:cNvSpPr/>
          <p:nvPr/>
        </p:nvSpPr>
        <p:spPr>
          <a:xfrm>
            <a:off x="422303" y="1073375"/>
            <a:ext cx="3601639" cy="817146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30ACE3-D3B5-4A3A-37DC-F17A8DC24A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414" y="1085853"/>
            <a:ext cx="4362332" cy="1243946"/>
          </a:xfrm>
          <a:prstGeom prst="rect">
            <a:avLst/>
          </a:prstGeom>
        </p:spPr>
      </p:pic>
      <p:sp>
        <p:nvSpPr>
          <p:cNvPr id="18" name="Freeform 17">
            <a:extLst>
              <a:ext uri="{FF2B5EF4-FFF2-40B4-BE49-F238E27FC236}">
                <a16:creationId xmlns:a16="http://schemas.microsoft.com/office/drawing/2014/main" id="{AE9FE7B5-03BF-D5F3-F3CC-6911E8F3F473}"/>
              </a:ext>
            </a:extLst>
          </p:cNvPr>
          <p:cNvSpPr/>
          <p:nvPr/>
        </p:nvSpPr>
        <p:spPr>
          <a:xfrm>
            <a:off x="4023942" y="1091061"/>
            <a:ext cx="1215323" cy="126080"/>
          </a:xfrm>
          <a:custGeom>
            <a:avLst/>
            <a:gdLst>
              <a:gd name="csX0" fmla="*/ 0 w 874644"/>
              <a:gd name="csY0" fmla="*/ 79963 h 111768"/>
              <a:gd name="csX1" fmla="*/ 405517 w 874644"/>
              <a:gd name="csY1" fmla="*/ 450 h 111768"/>
              <a:gd name="csX2" fmla="*/ 874644 w 874644"/>
              <a:gd name="csY2" fmla="*/ 111768 h 1117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74644" h="111768">
                <a:moveTo>
                  <a:pt x="0" y="79963"/>
                </a:moveTo>
                <a:cubicBezTo>
                  <a:pt x="129871" y="37556"/>
                  <a:pt x="259743" y="-4851"/>
                  <a:pt x="405517" y="450"/>
                </a:cubicBezTo>
                <a:cubicBezTo>
                  <a:pt x="551291" y="5751"/>
                  <a:pt x="712967" y="58759"/>
                  <a:pt x="874644" y="111768"/>
                </a:cubicBezTo>
              </a:path>
            </a:pathLst>
          </a:custGeom>
          <a:noFill/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A6A909C-947A-FDBD-ED30-1AB04D1D3ACD}"/>
              </a:ext>
            </a:extLst>
          </p:cNvPr>
          <p:cNvGrpSpPr/>
          <p:nvPr/>
        </p:nvGrpSpPr>
        <p:grpSpPr>
          <a:xfrm>
            <a:off x="219149" y="2490209"/>
            <a:ext cx="5924883" cy="2287219"/>
            <a:chOff x="219149" y="2490209"/>
            <a:chExt cx="5924883" cy="228721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B6979EF-B753-A56D-8311-16AF2B373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9702" y="2490209"/>
              <a:ext cx="4894330" cy="2287219"/>
            </a:xfrm>
            <a:prstGeom prst="rect">
              <a:avLst/>
            </a:prstGeom>
          </p:spPr>
        </p:pic>
        <p:sp>
          <p:nvSpPr>
            <p:cNvPr id="23" name="Content Placeholder 3">
              <a:extLst>
                <a:ext uri="{FF2B5EF4-FFF2-40B4-BE49-F238E27FC236}">
                  <a16:creationId xmlns:a16="http://schemas.microsoft.com/office/drawing/2014/main" id="{119EB8B6-DAD0-773E-D045-9195026E7C1A}"/>
                </a:ext>
              </a:extLst>
            </p:cNvPr>
            <p:cNvSpPr txBox="1">
              <a:spLocks/>
            </p:cNvSpPr>
            <p:nvPr/>
          </p:nvSpPr>
          <p:spPr>
            <a:xfrm>
              <a:off x="219149" y="3530919"/>
              <a:ext cx="1130985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ü"/>
                <a:defRPr sz="11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9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Font typeface="Arial" panose="020B0604020202020204" pitchFamily="34" charset="0"/>
                <a:buNone/>
              </a:pPr>
              <a:r>
                <a:rPr lang="en-US" sz="1200" i="1" dirty="0">
                  <a:solidFill>
                    <a:schemeClr val="accent1">
                      <a:lumMod val="75000"/>
                    </a:schemeClr>
                  </a:solidFill>
                </a:rPr>
                <a:t>Dual estimates for primal KKT optimality conditions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99FECAF-8862-35DE-84A6-64B4F321A679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>
              <a:off x="1350134" y="3992584"/>
              <a:ext cx="343356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B50C5BD-823B-61D6-173F-AAE9ABF150BA}"/>
              </a:ext>
            </a:extLst>
          </p:cNvPr>
          <p:cNvGrpSpPr/>
          <p:nvPr/>
        </p:nvGrpSpPr>
        <p:grpSpPr>
          <a:xfrm>
            <a:off x="6069739" y="2874802"/>
            <a:ext cx="2925819" cy="1357624"/>
            <a:chOff x="6069739" y="2874802"/>
            <a:chExt cx="2925819" cy="1357624"/>
          </a:xfrm>
        </p:grpSpPr>
        <p:sp>
          <p:nvSpPr>
            <p:cNvPr id="43" name="Rectangular Callout 42">
              <a:extLst>
                <a:ext uri="{FF2B5EF4-FFF2-40B4-BE49-F238E27FC236}">
                  <a16:creationId xmlns:a16="http://schemas.microsoft.com/office/drawing/2014/main" id="{26A933A8-7CD0-A5E0-45A0-C9014B6A9B9A}"/>
                </a:ext>
              </a:extLst>
            </p:cNvPr>
            <p:cNvSpPr/>
            <p:nvPr/>
          </p:nvSpPr>
          <p:spPr>
            <a:xfrm>
              <a:off x="6144032" y="2874802"/>
              <a:ext cx="2851526" cy="1357624"/>
            </a:xfrm>
            <a:prstGeom prst="wedgeRectCallout">
              <a:avLst>
                <a:gd name="adj1" fmla="val -56087"/>
                <a:gd name="adj2" fmla="val 55649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Content Placeholder 3">
              <a:extLst>
                <a:ext uri="{FF2B5EF4-FFF2-40B4-BE49-F238E27FC236}">
                  <a16:creationId xmlns:a16="http://schemas.microsoft.com/office/drawing/2014/main" id="{8194C906-F652-C6D6-DB61-CD3ABFDC375F}"/>
                </a:ext>
              </a:extLst>
            </p:cNvPr>
            <p:cNvSpPr txBox="1">
              <a:spLocks/>
            </p:cNvSpPr>
            <p:nvPr/>
          </p:nvSpPr>
          <p:spPr>
            <a:xfrm>
              <a:off x="6144033" y="2892213"/>
              <a:ext cx="2742714" cy="770181"/>
            </a:xfrm>
            <a:prstGeom prst="rect">
              <a:avLst/>
            </a:prstGeom>
          </p:spPr>
          <p:txBody>
            <a:bodyPr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ü"/>
                <a:defRPr sz="11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9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dirty="0"/>
                <a:t>Self-supervised training loss: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7CE2775-CA20-BFA7-A33E-23497A245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11827" y="3216816"/>
              <a:ext cx="2742714" cy="433898"/>
            </a:xfrm>
            <a:prstGeom prst="rect">
              <a:avLst/>
            </a:prstGeom>
          </p:spPr>
        </p:pic>
        <p:sp>
          <p:nvSpPr>
            <p:cNvPr id="31" name="Content Placeholder 3">
              <a:extLst>
                <a:ext uri="{FF2B5EF4-FFF2-40B4-BE49-F238E27FC236}">
                  <a16:creationId xmlns:a16="http://schemas.microsoft.com/office/drawing/2014/main" id="{457848ED-28B9-07D0-666A-CF070D289A7E}"/>
                </a:ext>
              </a:extLst>
            </p:cNvPr>
            <p:cNvSpPr txBox="1">
              <a:spLocks/>
            </p:cNvSpPr>
            <p:nvPr/>
          </p:nvSpPr>
          <p:spPr>
            <a:xfrm>
              <a:off x="6069739" y="3715361"/>
              <a:ext cx="1417561" cy="25853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ü"/>
                <a:defRPr sz="11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9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Font typeface="Arial" panose="020B0604020202020204" pitchFamily="34" charset="0"/>
                <a:buNone/>
              </a:pPr>
              <a:r>
                <a:rPr lang="en-US" sz="1200" i="1" dirty="0">
                  <a:solidFill>
                    <a:schemeClr val="accent1">
                      <a:lumMod val="75000"/>
                    </a:schemeClr>
                  </a:solidFill>
                </a:rPr>
                <a:t>Optimal objective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6E5C4B2-E345-660B-8FEC-30B94C09F33E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 flipV="1">
              <a:off x="7487300" y="3578563"/>
              <a:ext cx="235926" cy="266064"/>
            </a:xfrm>
            <a:prstGeom prst="bentConnector2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Content Placeholder 3">
              <a:extLst>
                <a:ext uri="{FF2B5EF4-FFF2-40B4-BE49-F238E27FC236}">
                  <a16:creationId xmlns:a16="http://schemas.microsoft.com/office/drawing/2014/main" id="{24830ED9-FE0D-91A0-81B9-AC71DED54CC1}"/>
                </a:ext>
              </a:extLst>
            </p:cNvPr>
            <p:cNvSpPr txBox="1">
              <a:spLocks/>
            </p:cNvSpPr>
            <p:nvPr/>
          </p:nvSpPr>
          <p:spPr>
            <a:xfrm>
              <a:off x="6360458" y="3973893"/>
              <a:ext cx="1800430" cy="25853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ü"/>
                <a:defRPr sz="11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Wingdings" panose="05000000000000000000" pitchFamily="2" charset="2"/>
                <a:buChar char="§"/>
                <a:defRPr sz="9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Font typeface="Arial" panose="020B0604020202020204" pitchFamily="34" charset="0"/>
                <a:buNone/>
              </a:pPr>
              <a:r>
                <a:rPr lang="en-US" sz="1200" i="1" dirty="0">
                  <a:solidFill>
                    <a:schemeClr val="accent1">
                      <a:lumMod val="75000"/>
                    </a:schemeClr>
                  </a:solidFill>
                </a:rPr>
                <a:t>Primal KKT residuals</a:t>
              </a:r>
            </a:p>
          </p:txBody>
        </p:sp>
        <p:cxnSp>
          <p:nvCxnSpPr>
            <p:cNvPr id="38" name="Straight Arrow Connector 31">
              <a:extLst>
                <a:ext uri="{FF2B5EF4-FFF2-40B4-BE49-F238E27FC236}">
                  <a16:creationId xmlns:a16="http://schemas.microsoft.com/office/drawing/2014/main" id="{8DE3C64B-57DE-C84D-45E7-CDF4CBAA36B2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 flipV="1">
              <a:off x="8160888" y="3616368"/>
              <a:ext cx="392280" cy="486791"/>
            </a:xfrm>
            <a:prstGeom prst="bentConnector2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320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0D77E0-5280-AEAA-96BE-A64C79714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6114CC-B0C2-E8CB-A1AB-E6478081A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HUANet</a:t>
            </a:r>
            <a:r>
              <a:rPr lang="en-US" dirty="0"/>
              <a:t> Example in Python + JAX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939F8-D5D1-72C3-7B6E-7795FC72664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72005" y="3146796"/>
            <a:ext cx="8586245" cy="1568079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hlinkClick r:id="rId2"/>
              </a:rPr>
              <a:t>https://colab.research.google.com/github/SciML-L4DC2026/SciML-L4DC2026/blob/main/notebooks/L2O/Example_2_HUANet/HUANet_entropy.ipynb</a:t>
            </a:r>
            <a:r>
              <a:rPr lang="en-US" sz="18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35BEAC-312B-09E0-71B8-04540A219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20" y="910411"/>
            <a:ext cx="1936004" cy="1947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C57602-5305-C72F-F8F3-47599A5C7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526" y="1122508"/>
            <a:ext cx="5082274" cy="144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63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ABB71F-9C56-4B8C-B038-3260D001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45"/>
            <a:fld id="{FE7A4BB3-E848-5A44-82DF-322201952CD8}" type="slidenum">
              <a:rPr lang="en-US" smtClean="0"/>
              <a:pPr defTabSz="685745"/>
              <a:t>13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D56FBB-5EBB-2A2E-9ADF-1F33B2E22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Learning to Optimize (L2O) Summary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71B3727-CFAA-0260-BD00-C53EEA35EDAA}"/>
              </a:ext>
            </a:extLst>
          </p:cNvPr>
          <p:cNvSpPr txBox="1">
            <a:spLocks/>
          </p:cNvSpPr>
          <p:nvPr/>
        </p:nvSpPr>
        <p:spPr>
          <a:xfrm>
            <a:off x="272005" y="927107"/>
            <a:ext cx="4230323" cy="371757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591" indent="-228591" algn="l" defTabSz="91436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3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7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2954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66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36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18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3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00"/>
              </a:spcBef>
              <a:buNone/>
            </a:pPr>
            <a:r>
              <a:rPr lang="en-US" sz="1600" b="1" dirty="0"/>
              <a:t>L2O via learning entire or part of solving optimization problem</a:t>
            </a:r>
            <a:endParaRPr lang="en-US" sz="1600" dirty="0"/>
          </a:p>
          <a:p>
            <a:pPr marL="319405" indent="-227965">
              <a:spcBef>
                <a:spcPts val="600"/>
              </a:spcBef>
            </a:pPr>
            <a:r>
              <a:rPr lang="en-US" sz="1600" dirty="0">
                <a:latin typeface="Arial"/>
                <a:cs typeface="Arial"/>
              </a:rPr>
              <a:t>Learns </a:t>
            </a:r>
            <a:r>
              <a:rPr lang="en-US" sz="1600" i="1" dirty="0">
                <a:latin typeface="Arial"/>
                <a:cs typeface="Arial"/>
              </a:rPr>
              <a:t>direct mapping</a:t>
            </a:r>
            <a:r>
              <a:rPr lang="en-US" sz="1600" dirty="0">
                <a:latin typeface="Arial"/>
                <a:cs typeface="Arial"/>
              </a:rPr>
              <a:t> to predict solution from parameters, with differentiable feasibility restoration layer.</a:t>
            </a:r>
          </a:p>
          <a:p>
            <a:pPr marL="319405" indent="-227965">
              <a:spcBef>
                <a:spcPts val="600"/>
              </a:spcBef>
            </a:pPr>
            <a:r>
              <a:rPr lang="en-US" sz="1600" i="1" dirty="0">
                <a:latin typeface="Arial"/>
                <a:cs typeface="Arial"/>
              </a:rPr>
              <a:t>Unrolls optimizer</a:t>
            </a:r>
            <a:r>
              <a:rPr lang="en-US" sz="1600" dirty="0">
                <a:latin typeface="Arial"/>
                <a:cs typeface="Arial"/>
              </a:rPr>
              <a:t> to learn iteration or an expensive part of it.</a:t>
            </a:r>
          </a:p>
          <a:p>
            <a:pPr marL="319405" indent="-227965">
              <a:spcBef>
                <a:spcPts val="600"/>
              </a:spcBef>
            </a:pPr>
            <a:r>
              <a:rPr lang="en-US" sz="1600" dirty="0">
                <a:latin typeface="Arial"/>
                <a:cs typeface="Arial"/>
              </a:rPr>
              <a:t>Supervise &amp; self-supervised training.</a:t>
            </a:r>
          </a:p>
          <a:p>
            <a:pPr marL="319405" indent="-227965">
              <a:spcBef>
                <a:spcPts val="600"/>
              </a:spcBef>
            </a:pPr>
            <a:r>
              <a:rPr lang="en-US" sz="1600" dirty="0">
                <a:latin typeface="Arial"/>
                <a:cs typeface="Arial"/>
              </a:rPr>
              <a:t>Shifts computational burden offline, enabling fast optimization online.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D92CE7C-F198-4F24-BCDD-E57217D78C49}"/>
              </a:ext>
            </a:extLst>
          </p:cNvPr>
          <p:cNvSpPr txBox="1">
            <a:spLocks/>
          </p:cNvSpPr>
          <p:nvPr/>
        </p:nvSpPr>
        <p:spPr>
          <a:xfrm>
            <a:off x="4502328" y="924259"/>
            <a:ext cx="4562207" cy="371757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591" indent="-228591" algn="l" defTabSz="91436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3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7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2954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66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36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18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3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indent="-227965"/>
            <a:r>
              <a:rPr lang="en-US" sz="1400" b="1" dirty="0">
                <a:latin typeface="Arial"/>
                <a:cs typeface="Arial"/>
              </a:rPr>
              <a:t>Challenges</a:t>
            </a:r>
            <a:endParaRPr lang="en-US" sz="1400" dirty="0">
              <a:latin typeface="Arial"/>
              <a:cs typeface="Arial"/>
            </a:endParaRPr>
          </a:p>
          <a:p>
            <a:pPr marL="685165" lvl="1" indent="-227965"/>
            <a:r>
              <a:rPr lang="en-US" sz="1400" dirty="0">
                <a:latin typeface="Arial"/>
                <a:cs typeface="Arial"/>
              </a:rPr>
              <a:t>Feasibility &amp; feasibility restoration</a:t>
            </a:r>
          </a:p>
          <a:p>
            <a:pPr marL="685165" lvl="1" indent="-227965"/>
            <a:r>
              <a:rPr lang="en-US" sz="1400" dirty="0">
                <a:latin typeface="Arial"/>
                <a:cs typeface="Arial"/>
              </a:rPr>
              <a:t>Optimality gap</a:t>
            </a:r>
          </a:p>
          <a:p>
            <a:pPr marL="685165" lvl="1" indent="-227965"/>
            <a:r>
              <a:rPr lang="en-US" sz="1400" dirty="0">
                <a:latin typeface="Arial"/>
                <a:cs typeface="Arial"/>
              </a:rPr>
              <a:t>Convergence (for unrolled L2O)</a:t>
            </a:r>
          </a:p>
          <a:p>
            <a:pPr marL="227965" indent="-227965"/>
            <a:r>
              <a:rPr lang="en-US" sz="1400" b="1" dirty="0">
                <a:latin typeface="Arial"/>
                <a:cs typeface="Arial"/>
              </a:rPr>
              <a:t>Links:</a:t>
            </a:r>
          </a:p>
          <a:p>
            <a:pPr marL="685165" lvl="1" indent="-227965"/>
            <a:r>
              <a:rPr lang="en-US" sz="1400" dirty="0">
                <a:latin typeface="Arial"/>
                <a:cs typeface="Arial"/>
              </a:rPr>
              <a:t>More L2O examples: </a:t>
            </a:r>
            <a:r>
              <a:rPr lang="en-US" sz="1400" dirty="0">
                <a:latin typeface="Arial"/>
                <a:cs typeface="Arial"/>
                <a:hlinkClick r:id="rId2"/>
              </a:rPr>
              <a:t>https://github.com/pnnl/neuromancer</a:t>
            </a:r>
            <a:endParaRPr lang="en-US" sz="1400" dirty="0">
              <a:latin typeface="Arial"/>
              <a:cs typeface="Arial"/>
            </a:endParaRPr>
          </a:p>
          <a:p>
            <a:pPr marL="685165" lvl="1" indent="-227965"/>
            <a:r>
              <a:rPr lang="en-US" sz="1400" dirty="0" err="1">
                <a:latin typeface="Arial"/>
                <a:cs typeface="Arial"/>
              </a:rPr>
              <a:t>PIMLXplore</a:t>
            </a:r>
            <a:r>
              <a:rPr lang="en-US" sz="1400" dirty="0">
                <a:latin typeface="Arial"/>
                <a:cs typeface="Arial"/>
              </a:rPr>
              <a:t>: </a:t>
            </a:r>
            <a:r>
              <a:rPr lang="en-US" sz="1400" dirty="0">
                <a:latin typeface="Arial"/>
                <a:cs typeface="Arial"/>
                <a:hlinkClick r:id="rId3"/>
              </a:rPr>
              <a:t>https://pimlxplore.nxtlab.org/</a:t>
            </a:r>
            <a:r>
              <a:rPr lang="en-US" sz="1400" dirty="0">
                <a:latin typeface="Arial"/>
                <a:cs typeface="Arial"/>
              </a:rPr>
              <a:t>  </a:t>
            </a:r>
          </a:p>
          <a:p>
            <a:pPr marL="227965" indent="-227965"/>
            <a:r>
              <a:rPr lang="en-US" sz="1600" b="1" dirty="0"/>
              <a:t>Hiring in </a:t>
            </a:r>
            <a:r>
              <a:rPr lang="en-US" sz="1600" b="1" dirty="0" err="1"/>
              <a:t>SciML</a:t>
            </a:r>
            <a:r>
              <a:rPr lang="en-US" sz="1600" b="1" dirty="0"/>
              <a:t>!!! </a:t>
            </a:r>
            <a:r>
              <a:rPr lang="en-US" sz="1600" b="1" dirty="0">
                <a:ea typeface="Tahoma"/>
              </a:rPr>
              <a:t>   </a:t>
            </a:r>
            <a:r>
              <a:rPr lang="en-US" sz="1600" dirty="0">
                <a:ea typeface="Tahoma"/>
                <a:hlinkClick r:id="rId4"/>
              </a:rPr>
              <a:t>nxt@ucf.edu</a:t>
            </a:r>
            <a:r>
              <a:rPr lang="en-US" sz="1600" dirty="0">
                <a:ea typeface="Tahoma"/>
              </a:rPr>
              <a:t> </a:t>
            </a:r>
            <a:br>
              <a:rPr lang="en-US" sz="1600" dirty="0">
                <a:ea typeface="Tahoma"/>
              </a:rPr>
            </a:br>
            <a:r>
              <a:rPr lang="en-US" sz="1600" dirty="0">
                <a:ea typeface="Tahoma"/>
              </a:rPr>
              <a:t>		     </a:t>
            </a:r>
            <a:r>
              <a:rPr lang="en-US" sz="1600" dirty="0">
                <a:latin typeface="Arial"/>
                <a:cs typeface="Arial"/>
                <a:hlinkClick r:id="rId5"/>
              </a:rPr>
              <a:t>https://nxtlab.org/</a:t>
            </a:r>
            <a:endParaRPr lang="en-US" sz="1600" dirty="0">
              <a:ea typeface="Tahom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5FE150-E9A2-979E-DE77-E06CE26D3C0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" r="891"/>
          <a:stretch/>
        </p:blipFill>
        <p:spPr>
          <a:xfrm>
            <a:off x="1723545" y="3638187"/>
            <a:ext cx="5683164" cy="128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298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P Presentation Theme - Simple">
  <a:themeElements>
    <a:clrScheme name="EP Colors">
      <a:dk1>
        <a:srgbClr val="000000"/>
      </a:dk1>
      <a:lt1>
        <a:sysClr val="window" lastClr="FFFFFF"/>
      </a:lt1>
      <a:dk2>
        <a:srgbClr val="002D72"/>
      </a:dk2>
      <a:lt2>
        <a:srgbClr val="68ACE5"/>
      </a:lt2>
      <a:accent1>
        <a:srgbClr val="0072CE"/>
      </a:accent1>
      <a:accent2>
        <a:srgbClr val="009B77"/>
      </a:accent2>
      <a:accent3>
        <a:srgbClr val="418FDE"/>
      </a:accent3>
      <a:accent4>
        <a:srgbClr val="CF4520"/>
      </a:accent4>
      <a:accent5>
        <a:srgbClr val="A15A95"/>
      </a:accent5>
      <a:accent6>
        <a:srgbClr val="F1C400"/>
      </a:accent6>
      <a:hlink>
        <a:srgbClr val="0072CE"/>
      </a:hlink>
      <a:folHlink>
        <a:srgbClr val="727272"/>
      </a:folHlink>
    </a:clrScheme>
    <a:fontScheme name="EP Font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 PowerPoint Template" id="{1E469E75-DA06-4CBB-9411-E7C4703B5D38}" vid="{1DA3CB7E-C32A-49A7-98EB-D75F620385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168931df-3f45-4445-be76-105235143e52">
      <UserInfo>
        <DisplayName>CLDT Members</DisplayName>
        <AccountId>7</AccountId>
        <AccountType/>
      </UserInfo>
      <UserInfo>
        <DisplayName>Leonid Felikson</DisplayName>
        <AccountId>722</AccountId>
        <AccountType/>
      </UserInfo>
      <UserInfo>
        <DisplayName>Michelle Nguyen</DisplayName>
        <AccountId>3986</AccountId>
        <AccountType/>
      </UserInfo>
      <UserInfo>
        <DisplayName>Natalie Wang</DisplayName>
        <AccountId>7948</AccountId>
        <AccountType/>
      </UserInfo>
      <UserInfo>
        <DisplayName>Danielle Lynd</DisplayName>
        <AccountId>4194</AccountId>
        <AccountType/>
      </UserInfo>
      <UserInfo>
        <DisplayName>Chongyu Qu</DisplayName>
        <AccountId>4616</AccountId>
        <AccountType/>
      </UserInfo>
      <UserInfo>
        <DisplayName>Astrid Santiago</DisplayName>
        <AccountId>10364</AccountId>
        <AccountType/>
      </UserInfo>
    </SharedWithUsers>
    <lcf76f155ced4ddcb4097134ff3c332f xmlns="e3b5c32c-df6c-443f-b08b-73d85d62f2b5">
      <Terms xmlns="http://schemas.microsoft.com/office/infopath/2007/PartnerControls"/>
    </lcf76f155ced4ddcb4097134ff3c332f>
    <TaxCatchAll xmlns="168931df-3f45-4445-be76-105235143e52" xsi:nil="true"/>
    <Tag xmlns="e3b5c32c-df6c-443f-b08b-73d85d62f2b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1B81209776AF40B8AAD3C366C78D42" ma:contentTypeVersion="19" ma:contentTypeDescription="Create a new document." ma:contentTypeScope="" ma:versionID="fbb3406e25de908b5a868738d5cb1834">
  <xsd:schema xmlns:xsd="http://www.w3.org/2001/XMLSchema" xmlns:xs="http://www.w3.org/2001/XMLSchema" xmlns:p="http://schemas.microsoft.com/office/2006/metadata/properties" xmlns:ns2="e3b5c32c-df6c-443f-b08b-73d85d62f2b5" xmlns:ns3="168931df-3f45-4445-be76-105235143e52" targetNamespace="http://schemas.microsoft.com/office/2006/metadata/properties" ma:root="true" ma:fieldsID="a51a2fd210533027d0c682d7a8bd76c2" ns2:_="" ns3:_="">
    <xsd:import namespace="e3b5c32c-df6c-443f-b08b-73d85d62f2b5"/>
    <xsd:import namespace="168931df-3f45-4445-be76-105235143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Tag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b5c32c-df6c-443f-b08b-73d85d62f2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f3f7c956-802a-45ac-b2ba-cc78506785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ag" ma:index="26" nillable="true" ma:displayName="Tag" ma:format="Dropdown" ma:internalName="Tag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8931df-3f45-4445-be76-105235143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25244521-1179-49f0-ac58-4256886de161}" ma:internalName="TaxCatchAll" ma:showField="CatchAllData" ma:web="168931df-3f45-4445-be76-105235143e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A04465-0014-4D33-ABA2-D6924F11FEE0}">
  <ds:schemaRefs>
    <ds:schemaRef ds:uri="http://purl.org/dc/elements/1.1/"/>
    <ds:schemaRef ds:uri="http://schemas.microsoft.com/office/2006/documentManagement/types"/>
    <ds:schemaRef ds:uri="168931df-3f45-4445-be76-105235143e52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infopath/2007/PartnerControls"/>
    <ds:schemaRef ds:uri="e3b5c32c-df6c-443f-b08b-73d85d62f2b5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D0C1DF4-4B0B-4532-AD5E-FC8A9D25A0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b5c32c-df6c-443f-b08b-73d85d62f2b5"/>
    <ds:schemaRef ds:uri="168931df-3f45-4445-be76-105235143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8F7E09-D485-4407-984B-97D2EA2C8D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Intro_slides_Drgona</Template>
  <TotalTime>3728</TotalTime>
  <Words>1188</Words>
  <Application>Microsoft Macintosh PowerPoint</Application>
  <PresentationFormat>On-screen Show (16:9)</PresentationFormat>
  <Paragraphs>149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 Math</vt:lpstr>
      <vt:lpstr>Tahoma</vt:lpstr>
      <vt:lpstr>Wingdings</vt:lpstr>
      <vt:lpstr>EP Presentation Theme - Simple</vt:lpstr>
      <vt:lpstr>SciML Tutorial: Learning to Optimize (L2O)</vt:lpstr>
      <vt:lpstr>Objective</vt:lpstr>
      <vt:lpstr>L2O learns to solve parametric optimization</vt:lpstr>
      <vt:lpstr>How does L2O learn to solve?</vt:lpstr>
      <vt:lpstr>Supervised vs Self-Supervised L2O</vt:lpstr>
      <vt:lpstr>Differentiable Optimization</vt:lpstr>
      <vt:lpstr>End-to-end L2O: Feasibility</vt:lpstr>
      <vt:lpstr>PowerPoint Presentation</vt:lpstr>
      <vt:lpstr>Basic Unrolled L2O for ADMM</vt:lpstr>
      <vt:lpstr>Learning Moreau Envelope Framework (LEAF)</vt:lpstr>
      <vt:lpstr>Hard-Constrained Unrolled ADMM (HUANet)</vt:lpstr>
      <vt:lpstr>HUANet Example in Python + JAX</vt:lpstr>
      <vt:lpstr>Learning to Optimize (L2O)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Machine Learning for Modeling, Optimization, and Control</dc:title>
  <dc:creator>Drgona, Jan</dc:creator>
  <cp:lastModifiedBy>Truong Nghiem</cp:lastModifiedBy>
  <cp:revision>568</cp:revision>
  <dcterms:created xsi:type="dcterms:W3CDTF">2024-09-05T00:30:18Z</dcterms:created>
  <dcterms:modified xsi:type="dcterms:W3CDTF">2026-06-17T02:05:02Z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0x010100681B81209776AF40B8AAD3C366C78D42</vt:lpwstr>
  </property>
  <property fmtid="{D5CDD505-2E9C-101B-9397-08002B2CF9AE}" pid="3" name="MediaServiceImageTags">
    <vt:lpwstr/>
  </property>
</Properties>
</file>